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Inter SemiBold"/>
      <p:regular r:id="rId20"/>
      <p:bold r:id="rId21"/>
      <p:italic r:id="rId22"/>
      <p:boldItalic r:id="rId23"/>
    </p:embeddedFont>
    <p:embeddedFont>
      <p:font typeface="Inter Light"/>
      <p:regular r:id="rId24"/>
      <p:bold r:id="rId25"/>
      <p:italic r:id="rId26"/>
      <p:boldItalic r:id="rId27"/>
    </p:embeddedFont>
    <p:embeddedFont>
      <p:font typeface="Inter"/>
      <p:regular r:id="rId28"/>
      <p:bold r:id="rId29"/>
      <p:italic r:id="rId30"/>
      <p:boldItalic r:id="rId31"/>
    </p:embeddedFont>
    <p:embeddedFont>
      <p:font typeface="Inter ExtraLight"/>
      <p:regular r:id="rId32"/>
      <p:bold r:id="rId33"/>
      <p:italic r:id="rId34"/>
      <p:boldItalic r:id="rId35"/>
    </p:embeddedFont>
    <p:embeddedFont>
      <p:font typeface="Inter Black"/>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regular.fntdata"/><Relationship Id="rId22" Type="http://schemas.openxmlformats.org/officeDocument/2006/relationships/font" Target="fonts/InterSemiBold-italic.fntdata"/><Relationship Id="rId21" Type="http://schemas.openxmlformats.org/officeDocument/2006/relationships/font" Target="fonts/InterSemiBold-bold.fntdata"/><Relationship Id="rId24" Type="http://schemas.openxmlformats.org/officeDocument/2006/relationships/font" Target="fonts/InterLight-regular.fntdata"/><Relationship Id="rId23" Type="http://schemas.openxmlformats.org/officeDocument/2006/relationships/font" Target="fonts/Inter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nterLight-italic.fntdata"/><Relationship Id="rId25" Type="http://schemas.openxmlformats.org/officeDocument/2006/relationships/font" Target="fonts/InterLight-bold.fntdata"/><Relationship Id="rId28" Type="http://schemas.openxmlformats.org/officeDocument/2006/relationships/font" Target="fonts/Inter-regular.fntdata"/><Relationship Id="rId27" Type="http://schemas.openxmlformats.org/officeDocument/2006/relationships/font" Target="fonts/Inter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ter-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5.xml"/><Relationship Id="rId33" Type="http://schemas.openxmlformats.org/officeDocument/2006/relationships/font" Target="fonts/InterExtraLight-bold.fntdata"/><Relationship Id="rId10" Type="http://schemas.openxmlformats.org/officeDocument/2006/relationships/slide" Target="slides/slide4.xml"/><Relationship Id="rId32" Type="http://schemas.openxmlformats.org/officeDocument/2006/relationships/font" Target="fonts/InterExtraLight-regular.fntdata"/><Relationship Id="rId13" Type="http://schemas.openxmlformats.org/officeDocument/2006/relationships/slide" Target="slides/slide7.xml"/><Relationship Id="rId35" Type="http://schemas.openxmlformats.org/officeDocument/2006/relationships/font" Target="fonts/InterExtraLight-boldItalic.fntdata"/><Relationship Id="rId12" Type="http://schemas.openxmlformats.org/officeDocument/2006/relationships/slide" Target="slides/slide6.xml"/><Relationship Id="rId34" Type="http://schemas.openxmlformats.org/officeDocument/2006/relationships/font" Target="fonts/InterExtraLight-italic.fntdata"/><Relationship Id="rId15" Type="http://schemas.openxmlformats.org/officeDocument/2006/relationships/slide" Target="slides/slide9.xml"/><Relationship Id="rId37" Type="http://schemas.openxmlformats.org/officeDocument/2006/relationships/font" Target="fonts/InterBlack-boldItalic.fntdata"/><Relationship Id="rId14" Type="http://schemas.openxmlformats.org/officeDocument/2006/relationships/slide" Target="slides/slide8.xml"/><Relationship Id="rId36" Type="http://schemas.openxmlformats.org/officeDocument/2006/relationships/font" Target="fonts/InterBlack-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57c90738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57c90738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5c85c11192d3daa4_3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5c85c11192d3daa4_3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5c85c11192d3daa4_3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5c85c11192d3daa4_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ca3255d27c_1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ca3255d27c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29156dd43fb10789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29156dd43fb10789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ca3255d27c_1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ca3255d27c_1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h29156dd43fb10789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h29156dd43fb10789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ca3255d27c_1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ca3255d27c_1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h29156dd43fb10789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h29156dd43fb10789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ca3255d27c_1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ca3255d27c_1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h29156dd43fb10789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h29156dd43fb10789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ca3255d27c_1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ca3255d27c_1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423e376f1f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1423e376f1f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6" name="Google Shape;56;p14"/>
          <p:cNvSpPr txBox="1"/>
          <p:nvPr>
            <p:ph type="ctrTitle"/>
          </p:nvPr>
        </p:nvSpPr>
        <p:spPr>
          <a:xfrm>
            <a:off x="311700" y="1156200"/>
            <a:ext cx="4117200" cy="2052600"/>
          </a:xfrm>
          <a:prstGeom prst="rect">
            <a:avLst/>
          </a:prstGeom>
        </p:spPr>
        <p:txBody>
          <a:bodyPr anchorCtr="0" anchor="ctr" bIns="91425" lIns="91425" spcFirstLastPara="1" rIns="91425" wrap="square" tIns="91425">
            <a:noAutofit/>
          </a:bodyPr>
          <a:lstStyle>
            <a:lvl1pPr lvl="0">
              <a:spcBef>
                <a:spcPts val="0"/>
              </a:spcBef>
              <a:spcAft>
                <a:spcPts val="0"/>
              </a:spcAft>
              <a:buSzPts val="3500"/>
              <a:buFont typeface="Inter Black"/>
              <a:buNone/>
              <a:defRPr b="0" sz="3500">
                <a:latin typeface="Inter Black"/>
                <a:ea typeface="Inter Black"/>
                <a:cs typeface="Inter Black"/>
                <a:sym typeface="Inter Blac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57" name="Google Shape;57;p14"/>
          <p:cNvSpPr txBox="1"/>
          <p:nvPr>
            <p:ph idx="1" type="subTitle"/>
          </p:nvPr>
        </p:nvSpPr>
        <p:spPr>
          <a:xfrm>
            <a:off x="311700" y="2889725"/>
            <a:ext cx="3896700" cy="792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rgbClr val="666666"/>
              </a:buClr>
              <a:buSzPts val="1700"/>
              <a:buFont typeface="Inter SemiBold"/>
              <a:buNone/>
              <a:defRPr sz="1700">
                <a:solidFill>
                  <a:srgbClr val="666666"/>
                </a:solidFill>
                <a:latin typeface="Inter SemiBold"/>
                <a:ea typeface="Inter SemiBold"/>
                <a:cs typeface="Inter SemiBold"/>
                <a:sym typeface="Inter SemiBold"/>
              </a:defRPr>
            </a:lvl1pPr>
            <a:lvl2pPr lvl="1">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2pPr>
            <a:lvl3pPr lvl="2">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3pPr>
            <a:lvl4pPr lvl="3">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4pPr>
            <a:lvl5pPr lvl="4">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5pPr>
            <a:lvl6pPr lvl="5">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6pPr>
            <a:lvl7pPr lvl="6">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7pPr>
            <a:lvl8pPr lvl="7">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8pPr>
            <a:lvl9pPr lvl="8">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9pPr>
          </a:lstStyle>
          <a:p/>
        </p:txBody>
      </p:sp>
      <p:grpSp>
        <p:nvGrpSpPr>
          <p:cNvPr id="58" name="Google Shape;58;p14"/>
          <p:cNvGrpSpPr/>
          <p:nvPr/>
        </p:nvGrpSpPr>
        <p:grpSpPr>
          <a:xfrm>
            <a:off x="4428950" y="0"/>
            <a:ext cx="4715052" cy="5103374"/>
            <a:chOff x="4428950" y="0"/>
            <a:chExt cx="4715052" cy="5103374"/>
          </a:xfrm>
        </p:grpSpPr>
        <p:pic>
          <p:nvPicPr>
            <p:cNvPr id="59" name="Google Shape;59;p14"/>
            <p:cNvPicPr preferRelativeResize="0"/>
            <p:nvPr/>
          </p:nvPicPr>
          <p:blipFill rotWithShape="1">
            <a:blip r:embed="rId2">
              <a:alphaModFix/>
            </a:blip>
            <a:srcRect b="0" l="64633" r="2375" t="0"/>
            <a:stretch/>
          </p:blipFill>
          <p:spPr>
            <a:xfrm>
              <a:off x="7188401" y="32700"/>
              <a:ext cx="1955601" cy="5070674"/>
            </a:xfrm>
            <a:prstGeom prst="rect">
              <a:avLst/>
            </a:prstGeom>
            <a:noFill/>
            <a:ln>
              <a:noFill/>
            </a:ln>
          </p:spPr>
        </p:pic>
        <p:pic>
          <p:nvPicPr>
            <p:cNvPr id="60" name="Google Shape;60;p14"/>
            <p:cNvPicPr preferRelativeResize="0"/>
            <p:nvPr/>
          </p:nvPicPr>
          <p:blipFill rotWithShape="1">
            <a:blip r:embed="rId3">
              <a:alphaModFix/>
            </a:blip>
            <a:srcRect b="0" l="8551" r="0" t="0"/>
            <a:stretch/>
          </p:blipFill>
          <p:spPr>
            <a:xfrm>
              <a:off x="4428950" y="0"/>
              <a:ext cx="2671900" cy="5070702"/>
            </a:xfrm>
            <a:prstGeom prst="rect">
              <a:avLst/>
            </a:prstGeom>
            <a:noFill/>
            <a:ln>
              <a:noFill/>
            </a:ln>
          </p:spPr>
        </p:pic>
      </p:grpSp>
      <p:pic>
        <p:nvPicPr>
          <p:cNvPr id="61" name="Google Shape;61;p14"/>
          <p:cNvPicPr preferRelativeResize="0"/>
          <p:nvPr/>
        </p:nvPicPr>
        <p:blipFill>
          <a:blip r:embed="rId4">
            <a:alphaModFix/>
          </a:blip>
          <a:stretch>
            <a:fillRect/>
          </a:stretch>
        </p:blipFill>
        <p:spPr>
          <a:xfrm>
            <a:off x="311700" y="4512906"/>
            <a:ext cx="1359749" cy="35919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out picture">
  <p:cSld name="TITLE_1">
    <p:spTree>
      <p:nvGrpSpPr>
        <p:cNvPr id="62" name="Shape 62"/>
        <p:cNvGrpSpPr/>
        <p:nvPr/>
      </p:nvGrpSpPr>
      <p:grpSpPr>
        <a:xfrm>
          <a:off x="0" y="0"/>
          <a:ext cx="0" cy="0"/>
          <a:chOff x="0" y="0"/>
          <a:chExt cx="0" cy="0"/>
        </a:xfrm>
      </p:grpSpPr>
      <p:sp>
        <p:nvSpPr>
          <p:cNvPr id="63" name="Google Shape;6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64" name="Google Shape;64;p15"/>
          <p:cNvSpPr txBox="1"/>
          <p:nvPr>
            <p:ph type="ctrTitle"/>
          </p:nvPr>
        </p:nvSpPr>
        <p:spPr>
          <a:xfrm>
            <a:off x="311700" y="1156200"/>
            <a:ext cx="4117200" cy="2052600"/>
          </a:xfrm>
          <a:prstGeom prst="rect">
            <a:avLst/>
          </a:prstGeom>
        </p:spPr>
        <p:txBody>
          <a:bodyPr anchorCtr="0" anchor="ctr" bIns="91425" lIns="91425" spcFirstLastPara="1" rIns="91425" wrap="square" tIns="91425">
            <a:noAutofit/>
          </a:bodyPr>
          <a:lstStyle>
            <a:lvl1pPr lvl="0">
              <a:spcBef>
                <a:spcPts val="0"/>
              </a:spcBef>
              <a:spcAft>
                <a:spcPts val="0"/>
              </a:spcAft>
              <a:buSzPts val="3500"/>
              <a:buFont typeface="Inter Black"/>
              <a:buNone/>
              <a:defRPr b="0" sz="3500">
                <a:latin typeface="Inter Black"/>
                <a:ea typeface="Inter Black"/>
                <a:cs typeface="Inter Black"/>
                <a:sym typeface="Inter Black"/>
              </a:defRPr>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65" name="Google Shape;65;p15"/>
          <p:cNvSpPr txBox="1"/>
          <p:nvPr>
            <p:ph idx="1" type="subTitle"/>
          </p:nvPr>
        </p:nvSpPr>
        <p:spPr>
          <a:xfrm>
            <a:off x="311700" y="2889725"/>
            <a:ext cx="3896700" cy="792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rgbClr val="666666"/>
              </a:buClr>
              <a:buSzPts val="1700"/>
              <a:buFont typeface="Inter SemiBold"/>
              <a:buNone/>
              <a:defRPr sz="1700">
                <a:solidFill>
                  <a:srgbClr val="666666"/>
                </a:solidFill>
                <a:latin typeface="Inter SemiBold"/>
                <a:ea typeface="Inter SemiBold"/>
                <a:cs typeface="Inter SemiBold"/>
                <a:sym typeface="Inter SemiBold"/>
              </a:defRPr>
            </a:lvl1pPr>
            <a:lvl2pPr lvl="1">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2pPr>
            <a:lvl3pPr lvl="2">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3pPr>
            <a:lvl4pPr lvl="3">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4pPr>
            <a:lvl5pPr lvl="4">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5pPr>
            <a:lvl6pPr lvl="5">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6pPr>
            <a:lvl7pPr lvl="6">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7pPr>
            <a:lvl8pPr lvl="7">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8pPr>
            <a:lvl9pPr lvl="8">
              <a:lnSpc>
                <a:spcPct val="100000"/>
              </a:lnSpc>
              <a:spcBef>
                <a:spcPts val="0"/>
              </a:spcBef>
              <a:spcAft>
                <a:spcPts val="0"/>
              </a:spcAft>
              <a:buSzPts val="1700"/>
              <a:buFont typeface="Inter SemiBold"/>
              <a:buNone/>
              <a:defRPr sz="1700">
                <a:latin typeface="Inter SemiBold"/>
                <a:ea typeface="Inter SemiBold"/>
                <a:cs typeface="Inter SemiBold"/>
                <a:sym typeface="Inter SemiBold"/>
              </a:defRPr>
            </a:lvl9pPr>
          </a:lstStyle>
          <a:p/>
        </p:txBody>
      </p:sp>
      <p:pic>
        <p:nvPicPr>
          <p:cNvPr id="66" name="Google Shape;66;p15"/>
          <p:cNvPicPr preferRelativeResize="0"/>
          <p:nvPr/>
        </p:nvPicPr>
        <p:blipFill>
          <a:blip r:embed="rId2">
            <a:alphaModFix/>
          </a:blip>
          <a:stretch>
            <a:fillRect/>
          </a:stretch>
        </p:blipFill>
        <p:spPr>
          <a:xfrm>
            <a:off x="311700" y="4512906"/>
            <a:ext cx="1359749" cy="35919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6"/>
          <p:cNvSpPr/>
          <p:nvPr/>
        </p:nvSpPr>
        <p:spPr>
          <a:xfrm>
            <a:off x="0" y="0"/>
            <a:ext cx="9175200" cy="5159100"/>
          </a:xfrm>
          <a:prstGeom prst="rect">
            <a:avLst/>
          </a:prstGeom>
          <a:solidFill>
            <a:srgbClr val="FD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4D04C4"/>
              </a:buClr>
              <a:buSzPts val="3300"/>
              <a:buFont typeface="Inter Black"/>
              <a:buNone/>
              <a:defRPr b="0" sz="3300">
                <a:solidFill>
                  <a:srgbClr val="4D04C4"/>
                </a:solidFill>
                <a:latin typeface="Inter Black"/>
                <a:ea typeface="Inter Black"/>
                <a:cs typeface="Inter Black"/>
                <a:sym typeface="Inter Black"/>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71" name="Google Shape;71;p16"/>
          <p:cNvPicPr preferRelativeResize="0"/>
          <p:nvPr/>
        </p:nvPicPr>
        <p:blipFill>
          <a:blip r:embed="rId2">
            <a:alphaModFix/>
          </a:blip>
          <a:stretch>
            <a:fillRect/>
          </a:stretch>
        </p:blipFill>
        <p:spPr>
          <a:xfrm>
            <a:off x="311700" y="4512906"/>
            <a:ext cx="1359749" cy="3591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 name="Shape 72"/>
        <p:cNvGrpSpPr/>
        <p:nvPr/>
      </p:nvGrpSpPr>
      <p:grpSpPr>
        <a:xfrm>
          <a:off x="0" y="0"/>
          <a:ext cx="0" cy="0"/>
          <a:chOff x="0" y="0"/>
          <a:chExt cx="0" cy="0"/>
        </a:xfrm>
      </p:grpSpPr>
      <p:sp>
        <p:nvSpPr>
          <p:cNvPr id="73" name="Google Shape;73;p17"/>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4D04C4"/>
              </a:buClr>
              <a:buSzPts val="2500"/>
              <a:buNone/>
              <a:defRPr sz="2500">
                <a:solidFill>
                  <a:srgbClr val="4D04C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17"/>
          <p:cNvSpPr txBox="1"/>
          <p:nvPr>
            <p:ph idx="1" type="body"/>
          </p:nvPr>
        </p:nvSpPr>
        <p:spPr>
          <a:xfrm>
            <a:off x="311700" y="1000750"/>
            <a:ext cx="8520600" cy="3416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000000"/>
              </a:buClr>
              <a:buSzPts val="1300"/>
              <a:buChar char="●"/>
              <a:defRPr>
                <a:solidFill>
                  <a:srgbClr val="000000"/>
                </a:solidFill>
              </a:defRPr>
            </a:lvl1pPr>
            <a:lvl2pPr indent="-292100" lvl="1" marL="914400">
              <a:spcBef>
                <a:spcPts val="0"/>
              </a:spcBef>
              <a:spcAft>
                <a:spcPts val="0"/>
              </a:spcAft>
              <a:buClr>
                <a:srgbClr val="000000"/>
              </a:buClr>
              <a:buSzPts val="1000"/>
              <a:buChar char="○"/>
              <a:defRPr>
                <a:solidFill>
                  <a:srgbClr val="000000"/>
                </a:solidFill>
              </a:defRPr>
            </a:lvl2pPr>
            <a:lvl3pPr indent="-292100" lvl="2" marL="1371600">
              <a:spcBef>
                <a:spcPts val="0"/>
              </a:spcBef>
              <a:spcAft>
                <a:spcPts val="0"/>
              </a:spcAft>
              <a:buClr>
                <a:srgbClr val="000000"/>
              </a:buClr>
              <a:buSzPts val="1000"/>
              <a:buChar char="■"/>
              <a:defRPr>
                <a:solidFill>
                  <a:srgbClr val="000000"/>
                </a:solidFill>
              </a:defRPr>
            </a:lvl3pPr>
            <a:lvl4pPr indent="-292100" lvl="3" marL="1828800">
              <a:spcBef>
                <a:spcPts val="0"/>
              </a:spcBef>
              <a:spcAft>
                <a:spcPts val="0"/>
              </a:spcAft>
              <a:buClr>
                <a:srgbClr val="000000"/>
              </a:buClr>
              <a:buSzPts val="1000"/>
              <a:buChar char="●"/>
              <a:defRPr>
                <a:solidFill>
                  <a:srgbClr val="000000"/>
                </a:solidFill>
              </a:defRPr>
            </a:lvl4pPr>
            <a:lvl5pPr indent="-292100" lvl="4" marL="2286000">
              <a:spcBef>
                <a:spcPts val="0"/>
              </a:spcBef>
              <a:spcAft>
                <a:spcPts val="0"/>
              </a:spcAft>
              <a:buClr>
                <a:srgbClr val="000000"/>
              </a:buClr>
              <a:buSzPts val="1000"/>
              <a:buChar char="○"/>
              <a:defRPr>
                <a:solidFill>
                  <a:srgbClr val="000000"/>
                </a:solidFill>
              </a:defRPr>
            </a:lvl5pPr>
            <a:lvl6pPr indent="-292100" lvl="5" marL="2743200">
              <a:spcBef>
                <a:spcPts val="0"/>
              </a:spcBef>
              <a:spcAft>
                <a:spcPts val="0"/>
              </a:spcAft>
              <a:buClr>
                <a:srgbClr val="000000"/>
              </a:buClr>
              <a:buSzPts val="1000"/>
              <a:buChar char="■"/>
              <a:defRPr>
                <a:solidFill>
                  <a:srgbClr val="000000"/>
                </a:solidFill>
              </a:defRPr>
            </a:lvl6pPr>
            <a:lvl7pPr indent="-292100" lvl="6" marL="3200400">
              <a:spcBef>
                <a:spcPts val="0"/>
              </a:spcBef>
              <a:spcAft>
                <a:spcPts val="0"/>
              </a:spcAft>
              <a:buClr>
                <a:srgbClr val="000000"/>
              </a:buClr>
              <a:buSzPts val="1000"/>
              <a:buChar char="●"/>
              <a:defRPr>
                <a:solidFill>
                  <a:srgbClr val="000000"/>
                </a:solidFill>
              </a:defRPr>
            </a:lvl7pPr>
            <a:lvl8pPr indent="-292100" lvl="7" marL="3657600">
              <a:spcBef>
                <a:spcPts val="0"/>
              </a:spcBef>
              <a:spcAft>
                <a:spcPts val="0"/>
              </a:spcAft>
              <a:buClr>
                <a:srgbClr val="000000"/>
              </a:buClr>
              <a:buSzPts val="1000"/>
              <a:buChar char="○"/>
              <a:defRPr>
                <a:solidFill>
                  <a:srgbClr val="000000"/>
                </a:solidFill>
              </a:defRPr>
            </a:lvl8pPr>
            <a:lvl9pPr indent="-292100" lvl="8" marL="4114800">
              <a:spcBef>
                <a:spcPts val="0"/>
              </a:spcBef>
              <a:spcAft>
                <a:spcPts val="0"/>
              </a:spcAft>
              <a:buClr>
                <a:srgbClr val="000000"/>
              </a:buClr>
              <a:buSzPts val="1000"/>
              <a:buChar char="■"/>
              <a:defRPr>
                <a:solidFill>
                  <a:srgbClr val="000000"/>
                </a:solidFill>
              </a:defRPr>
            </a:lvl9pPr>
          </a:lstStyle>
          <a:p/>
        </p:txBody>
      </p:sp>
      <p:sp>
        <p:nvSpPr>
          <p:cNvPr id="75" name="Google Shape;7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76" name="Google Shape;76;p17"/>
          <p:cNvPicPr preferRelativeResize="0"/>
          <p:nvPr/>
        </p:nvPicPr>
        <p:blipFill>
          <a:blip r:embed="rId2">
            <a:alphaModFix/>
          </a:blip>
          <a:stretch>
            <a:fillRect/>
          </a:stretch>
        </p:blipFill>
        <p:spPr>
          <a:xfrm>
            <a:off x="311700" y="4512906"/>
            <a:ext cx="1359749" cy="35919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7" name="Shape 77"/>
        <p:cNvGrpSpPr/>
        <p:nvPr/>
      </p:nvGrpSpPr>
      <p:grpSpPr>
        <a:xfrm>
          <a:off x="0" y="0"/>
          <a:ext cx="0" cy="0"/>
          <a:chOff x="0" y="0"/>
          <a:chExt cx="0" cy="0"/>
        </a:xfrm>
      </p:grpSpPr>
      <p:sp>
        <p:nvSpPr>
          <p:cNvPr id="78" name="Google Shape;78;p18"/>
          <p:cNvSpPr txBox="1"/>
          <p:nvPr>
            <p:ph idx="1" type="body"/>
          </p:nvPr>
        </p:nvSpPr>
        <p:spPr>
          <a:xfrm>
            <a:off x="311700" y="1000750"/>
            <a:ext cx="3999900" cy="3416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000000"/>
              </a:buClr>
              <a:buSzPts val="1300"/>
              <a:buChar char="●"/>
              <a:defRPr>
                <a:solidFill>
                  <a:srgbClr val="000000"/>
                </a:solidFill>
              </a:defRPr>
            </a:lvl1pPr>
            <a:lvl2pPr indent="-292100" lvl="1" marL="914400">
              <a:spcBef>
                <a:spcPts val="0"/>
              </a:spcBef>
              <a:spcAft>
                <a:spcPts val="0"/>
              </a:spcAft>
              <a:buClr>
                <a:srgbClr val="000000"/>
              </a:buClr>
              <a:buSzPts val="1000"/>
              <a:buChar char="○"/>
              <a:defRPr>
                <a:solidFill>
                  <a:srgbClr val="000000"/>
                </a:solidFill>
              </a:defRPr>
            </a:lvl2pPr>
            <a:lvl3pPr indent="-292100" lvl="2" marL="1371600">
              <a:spcBef>
                <a:spcPts val="0"/>
              </a:spcBef>
              <a:spcAft>
                <a:spcPts val="0"/>
              </a:spcAft>
              <a:buClr>
                <a:srgbClr val="000000"/>
              </a:buClr>
              <a:buSzPts val="1000"/>
              <a:buChar char="■"/>
              <a:defRPr>
                <a:solidFill>
                  <a:srgbClr val="000000"/>
                </a:solidFill>
              </a:defRPr>
            </a:lvl3pPr>
            <a:lvl4pPr indent="-292100" lvl="3" marL="1828800">
              <a:spcBef>
                <a:spcPts val="0"/>
              </a:spcBef>
              <a:spcAft>
                <a:spcPts val="0"/>
              </a:spcAft>
              <a:buClr>
                <a:srgbClr val="000000"/>
              </a:buClr>
              <a:buSzPts val="1000"/>
              <a:buChar char="●"/>
              <a:defRPr>
                <a:solidFill>
                  <a:srgbClr val="000000"/>
                </a:solidFill>
              </a:defRPr>
            </a:lvl4pPr>
            <a:lvl5pPr indent="-292100" lvl="4" marL="2286000">
              <a:spcBef>
                <a:spcPts val="0"/>
              </a:spcBef>
              <a:spcAft>
                <a:spcPts val="0"/>
              </a:spcAft>
              <a:buClr>
                <a:srgbClr val="000000"/>
              </a:buClr>
              <a:buSzPts val="1000"/>
              <a:buChar char="○"/>
              <a:defRPr>
                <a:solidFill>
                  <a:srgbClr val="000000"/>
                </a:solidFill>
              </a:defRPr>
            </a:lvl5pPr>
            <a:lvl6pPr indent="-292100" lvl="5" marL="2743200">
              <a:spcBef>
                <a:spcPts val="0"/>
              </a:spcBef>
              <a:spcAft>
                <a:spcPts val="0"/>
              </a:spcAft>
              <a:buClr>
                <a:srgbClr val="000000"/>
              </a:buClr>
              <a:buSzPts val="1000"/>
              <a:buChar char="■"/>
              <a:defRPr>
                <a:solidFill>
                  <a:srgbClr val="000000"/>
                </a:solidFill>
              </a:defRPr>
            </a:lvl6pPr>
            <a:lvl7pPr indent="-292100" lvl="6" marL="3200400">
              <a:spcBef>
                <a:spcPts val="0"/>
              </a:spcBef>
              <a:spcAft>
                <a:spcPts val="0"/>
              </a:spcAft>
              <a:buClr>
                <a:srgbClr val="000000"/>
              </a:buClr>
              <a:buSzPts val="1000"/>
              <a:buChar char="●"/>
              <a:defRPr>
                <a:solidFill>
                  <a:srgbClr val="000000"/>
                </a:solidFill>
              </a:defRPr>
            </a:lvl7pPr>
            <a:lvl8pPr indent="-292100" lvl="7" marL="3657600">
              <a:spcBef>
                <a:spcPts val="0"/>
              </a:spcBef>
              <a:spcAft>
                <a:spcPts val="0"/>
              </a:spcAft>
              <a:buClr>
                <a:srgbClr val="000000"/>
              </a:buClr>
              <a:buSzPts val="1000"/>
              <a:buChar char="○"/>
              <a:defRPr>
                <a:solidFill>
                  <a:srgbClr val="000000"/>
                </a:solidFill>
              </a:defRPr>
            </a:lvl8pPr>
            <a:lvl9pPr indent="-292100" lvl="8" marL="4114800">
              <a:spcBef>
                <a:spcPts val="0"/>
              </a:spcBef>
              <a:spcAft>
                <a:spcPts val="0"/>
              </a:spcAft>
              <a:buClr>
                <a:srgbClr val="000000"/>
              </a:buClr>
              <a:buSzPts val="1000"/>
              <a:buChar char="■"/>
              <a:defRPr>
                <a:solidFill>
                  <a:srgbClr val="000000"/>
                </a:solidFill>
              </a:defRPr>
            </a:lvl9pPr>
          </a:lstStyle>
          <a:p/>
        </p:txBody>
      </p:sp>
      <p:sp>
        <p:nvSpPr>
          <p:cNvPr id="79" name="Google Shape;79;p18"/>
          <p:cNvSpPr txBox="1"/>
          <p:nvPr>
            <p:ph idx="2" type="body"/>
          </p:nvPr>
        </p:nvSpPr>
        <p:spPr>
          <a:xfrm>
            <a:off x="4832400" y="1000750"/>
            <a:ext cx="3999900" cy="3416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000000"/>
              </a:buClr>
              <a:buSzPts val="1300"/>
              <a:buChar char="●"/>
              <a:defRPr>
                <a:solidFill>
                  <a:srgbClr val="000000"/>
                </a:solidFill>
              </a:defRPr>
            </a:lvl1pPr>
            <a:lvl2pPr indent="-292100" lvl="1" marL="914400">
              <a:spcBef>
                <a:spcPts val="0"/>
              </a:spcBef>
              <a:spcAft>
                <a:spcPts val="0"/>
              </a:spcAft>
              <a:buClr>
                <a:srgbClr val="000000"/>
              </a:buClr>
              <a:buSzPts val="1000"/>
              <a:buChar char="○"/>
              <a:defRPr>
                <a:solidFill>
                  <a:srgbClr val="000000"/>
                </a:solidFill>
              </a:defRPr>
            </a:lvl2pPr>
            <a:lvl3pPr indent="-292100" lvl="2" marL="1371600">
              <a:spcBef>
                <a:spcPts val="0"/>
              </a:spcBef>
              <a:spcAft>
                <a:spcPts val="0"/>
              </a:spcAft>
              <a:buClr>
                <a:srgbClr val="000000"/>
              </a:buClr>
              <a:buSzPts val="1000"/>
              <a:buChar char="■"/>
              <a:defRPr>
                <a:solidFill>
                  <a:srgbClr val="000000"/>
                </a:solidFill>
              </a:defRPr>
            </a:lvl3pPr>
            <a:lvl4pPr indent="-292100" lvl="3" marL="1828800">
              <a:spcBef>
                <a:spcPts val="0"/>
              </a:spcBef>
              <a:spcAft>
                <a:spcPts val="0"/>
              </a:spcAft>
              <a:buClr>
                <a:srgbClr val="000000"/>
              </a:buClr>
              <a:buSzPts val="1000"/>
              <a:buChar char="●"/>
              <a:defRPr>
                <a:solidFill>
                  <a:srgbClr val="000000"/>
                </a:solidFill>
              </a:defRPr>
            </a:lvl4pPr>
            <a:lvl5pPr indent="-292100" lvl="4" marL="2286000">
              <a:spcBef>
                <a:spcPts val="0"/>
              </a:spcBef>
              <a:spcAft>
                <a:spcPts val="0"/>
              </a:spcAft>
              <a:buClr>
                <a:srgbClr val="000000"/>
              </a:buClr>
              <a:buSzPts val="1000"/>
              <a:buChar char="○"/>
              <a:defRPr>
                <a:solidFill>
                  <a:srgbClr val="000000"/>
                </a:solidFill>
              </a:defRPr>
            </a:lvl5pPr>
            <a:lvl6pPr indent="-292100" lvl="5" marL="2743200">
              <a:spcBef>
                <a:spcPts val="0"/>
              </a:spcBef>
              <a:spcAft>
                <a:spcPts val="0"/>
              </a:spcAft>
              <a:buClr>
                <a:srgbClr val="000000"/>
              </a:buClr>
              <a:buSzPts val="1000"/>
              <a:buChar char="■"/>
              <a:defRPr>
                <a:solidFill>
                  <a:srgbClr val="000000"/>
                </a:solidFill>
              </a:defRPr>
            </a:lvl6pPr>
            <a:lvl7pPr indent="-292100" lvl="6" marL="3200400">
              <a:spcBef>
                <a:spcPts val="0"/>
              </a:spcBef>
              <a:spcAft>
                <a:spcPts val="0"/>
              </a:spcAft>
              <a:buClr>
                <a:srgbClr val="000000"/>
              </a:buClr>
              <a:buSzPts val="1000"/>
              <a:buChar char="●"/>
              <a:defRPr>
                <a:solidFill>
                  <a:srgbClr val="000000"/>
                </a:solidFill>
              </a:defRPr>
            </a:lvl7pPr>
            <a:lvl8pPr indent="-292100" lvl="7" marL="3657600">
              <a:spcBef>
                <a:spcPts val="0"/>
              </a:spcBef>
              <a:spcAft>
                <a:spcPts val="0"/>
              </a:spcAft>
              <a:buClr>
                <a:srgbClr val="000000"/>
              </a:buClr>
              <a:buSzPts val="1000"/>
              <a:buChar char="○"/>
              <a:defRPr>
                <a:solidFill>
                  <a:srgbClr val="000000"/>
                </a:solidFill>
              </a:defRPr>
            </a:lvl8pPr>
            <a:lvl9pPr indent="-292100" lvl="8" marL="4114800">
              <a:spcBef>
                <a:spcPts val="0"/>
              </a:spcBef>
              <a:spcAft>
                <a:spcPts val="0"/>
              </a:spcAft>
              <a:buClr>
                <a:srgbClr val="000000"/>
              </a:buClr>
              <a:buSzPts val="1000"/>
              <a:buChar char="■"/>
              <a:defRPr>
                <a:solidFill>
                  <a:srgbClr val="000000"/>
                </a:solidFill>
              </a:defRPr>
            </a:lvl9pPr>
          </a:lstStyle>
          <a:p/>
        </p:txBody>
      </p:sp>
      <p:sp>
        <p:nvSpPr>
          <p:cNvPr id="80" name="Google Shape;80;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1" name="Google Shape;81;p18"/>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4D04C4"/>
              </a:buClr>
              <a:buSzPts val="2500"/>
              <a:buNone/>
              <a:defRPr sz="2500">
                <a:solidFill>
                  <a:srgbClr val="4D04C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82" name="Google Shape;82;p18"/>
          <p:cNvPicPr preferRelativeResize="0"/>
          <p:nvPr/>
        </p:nvPicPr>
        <p:blipFill>
          <a:blip r:embed="rId2">
            <a:alphaModFix/>
          </a:blip>
          <a:stretch>
            <a:fillRect/>
          </a:stretch>
        </p:blipFill>
        <p:spPr>
          <a:xfrm>
            <a:off x="311700" y="4512906"/>
            <a:ext cx="1359749" cy="35919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5" name="Google Shape;85;p19"/>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4D04C4"/>
              </a:buClr>
              <a:buSzPts val="2500"/>
              <a:buNone/>
              <a:defRPr sz="2500">
                <a:solidFill>
                  <a:srgbClr val="4D04C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86" name="Google Shape;86;p19"/>
          <p:cNvPicPr preferRelativeResize="0"/>
          <p:nvPr/>
        </p:nvPicPr>
        <p:blipFill>
          <a:blip r:embed="rId2">
            <a:alphaModFix/>
          </a:blip>
          <a:stretch>
            <a:fillRect/>
          </a:stretch>
        </p:blipFill>
        <p:spPr>
          <a:xfrm>
            <a:off x="311700" y="4512906"/>
            <a:ext cx="1359749" cy="35919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out logo">
  <p:cSld name="CUSTOM">
    <p:spTree>
      <p:nvGrpSpPr>
        <p:cNvPr id="87" name="Shape 87"/>
        <p:cNvGrpSpPr/>
        <p:nvPr/>
      </p:nvGrpSpPr>
      <p:grpSpPr>
        <a:xfrm>
          <a:off x="0" y="0"/>
          <a:ext cx="0" cy="0"/>
          <a:chOff x="0" y="0"/>
          <a:chExt cx="0" cy="0"/>
        </a:xfrm>
      </p:grpSpPr>
      <p:sp>
        <p:nvSpPr>
          <p:cNvPr id="88" name="Google Shape;88;p20"/>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4D04C4"/>
              </a:buClr>
              <a:buSzPts val="2500"/>
              <a:buNone/>
              <a:defRPr sz="2500">
                <a:solidFill>
                  <a:srgbClr val="4D04C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 name="Shape 89"/>
        <p:cNvGrpSpPr/>
        <p:nvPr/>
      </p:nvGrpSpPr>
      <p:grpSpPr>
        <a:xfrm>
          <a:off x="0" y="0"/>
          <a:ext cx="0" cy="0"/>
          <a:chOff x="0" y="0"/>
          <a:chExt cx="0" cy="0"/>
        </a:xfrm>
      </p:grpSpPr>
      <p:sp>
        <p:nvSpPr>
          <p:cNvPr id="90" name="Google Shape;90;p21"/>
          <p:cNvSpPr/>
          <p:nvPr/>
        </p:nvSpPr>
        <p:spPr>
          <a:xfrm>
            <a:off x="4572000" y="-125"/>
            <a:ext cx="4572000" cy="5143500"/>
          </a:xfrm>
          <a:prstGeom prst="rect">
            <a:avLst/>
          </a:prstGeom>
          <a:solidFill>
            <a:srgbClr val="FD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FCF5E8"/>
              </a:highlight>
            </a:endParaRPr>
          </a:p>
        </p:txBody>
      </p:sp>
      <p:sp>
        <p:nvSpPr>
          <p:cNvPr id="91" name="Google Shape;91;p21"/>
          <p:cNvSpPr txBox="1"/>
          <p:nvPr>
            <p:ph type="title"/>
          </p:nvPr>
        </p:nvSpPr>
        <p:spPr>
          <a:xfrm>
            <a:off x="311700" y="1233175"/>
            <a:ext cx="3999000" cy="1482300"/>
          </a:xfrm>
          <a:prstGeom prst="rect">
            <a:avLst/>
          </a:prstGeom>
        </p:spPr>
        <p:txBody>
          <a:bodyPr anchorCtr="0" anchor="ctr" bIns="91425" lIns="91425" spcFirstLastPara="1" rIns="91425" wrap="square" tIns="91425">
            <a:noAutofit/>
          </a:bodyPr>
          <a:lstStyle>
            <a:lvl1pPr lvl="0">
              <a:spcBef>
                <a:spcPts val="0"/>
              </a:spcBef>
              <a:spcAft>
                <a:spcPts val="0"/>
              </a:spcAft>
              <a:buSzPts val="3500"/>
              <a:buNone/>
              <a:defRPr sz="3500"/>
            </a:lvl1pPr>
            <a:lvl2pPr lvl="1" algn="ctr">
              <a:spcBef>
                <a:spcPts val="0"/>
              </a:spcBef>
              <a:spcAft>
                <a:spcPts val="0"/>
              </a:spcAft>
              <a:buSzPts val="4200"/>
              <a:buFont typeface="Inter"/>
              <a:buNone/>
              <a:defRPr b="1" sz="4200">
                <a:latin typeface="Inter"/>
                <a:ea typeface="Inter"/>
                <a:cs typeface="Inter"/>
                <a:sym typeface="Inter"/>
              </a:defRPr>
            </a:lvl2pPr>
            <a:lvl3pPr lvl="2" algn="ctr">
              <a:spcBef>
                <a:spcPts val="0"/>
              </a:spcBef>
              <a:spcAft>
                <a:spcPts val="0"/>
              </a:spcAft>
              <a:buSzPts val="4200"/>
              <a:buFont typeface="Inter"/>
              <a:buNone/>
              <a:defRPr b="1" sz="4200">
                <a:latin typeface="Inter"/>
                <a:ea typeface="Inter"/>
                <a:cs typeface="Inter"/>
                <a:sym typeface="Inter"/>
              </a:defRPr>
            </a:lvl3pPr>
            <a:lvl4pPr lvl="3" algn="ctr">
              <a:spcBef>
                <a:spcPts val="0"/>
              </a:spcBef>
              <a:spcAft>
                <a:spcPts val="0"/>
              </a:spcAft>
              <a:buSzPts val="4200"/>
              <a:buFont typeface="Inter"/>
              <a:buNone/>
              <a:defRPr b="1" sz="4200">
                <a:latin typeface="Inter"/>
                <a:ea typeface="Inter"/>
                <a:cs typeface="Inter"/>
                <a:sym typeface="Inter"/>
              </a:defRPr>
            </a:lvl4pPr>
            <a:lvl5pPr lvl="4" algn="ctr">
              <a:spcBef>
                <a:spcPts val="0"/>
              </a:spcBef>
              <a:spcAft>
                <a:spcPts val="0"/>
              </a:spcAft>
              <a:buSzPts val="4200"/>
              <a:buFont typeface="Inter"/>
              <a:buNone/>
              <a:defRPr b="1" sz="4200">
                <a:latin typeface="Inter"/>
                <a:ea typeface="Inter"/>
                <a:cs typeface="Inter"/>
                <a:sym typeface="Inter"/>
              </a:defRPr>
            </a:lvl5pPr>
            <a:lvl6pPr lvl="5" algn="ctr">
              <a:spcBef>
                <a:spcPts val="0"/>
              </a:spcBef>
              <a:spcAft>
                <a:spcPts val="0"/>
              </a:spcAft>
              <a:buSzPts val="4200"/>
              <a:buFont typeface="Inter"/>
              <a:buNone/>
              <a:defRPr b="1" sz="4200">
                <a:latin typeface="Inter"/>
                <a:ea typeface="Inter"/>
                <a:cs typeface="Inter"/>
                <a:sym typeface="Inter"/>
              </a:defRPr>
            </a:lvl6pPr>
            <a:lvl7pPr lvl="6" algn="ctr">
              <a:spcBef>
                <a:spcPts val="0"/>
              </a:spcBef>
              <a:spcAft>
                <a:spcPts val="0"/>
              </a:spcAft>
              <a:buSzPts val="4200"/>
              <a:buFont typeface="Inter"/>
              <a:buNone/>
              <a:defRPr b="1" sz="4200">
                <a:latin typeface="Inter"/>
                <a:ea typeface="Inter"/>
                <a:cs typeface="Inter"/>
                <a:sym typeface="Inter"/>
              </a:defRPr>
            </a:lvl7pPr>
            <a:lvl8pPr lvl="7" algn="ctr">
              <a:spcBef>
                <a:spcPts val="0"/>
              </a:spcBef>
              <a:spcAft>
                <a:spcPts val="0"/>
              </a:spcAft>
              <a:buSzPts val="4200"/>
              <a:buFont typeface="Inter"/>
              <a:buNone/>
              <a:defRPr b="1" sz="4200">
                <a:latin typeface="Inter"/>
                <a:ea typeface="Inter"/>
                <a:cs typeface="Inter"/>
                <a:sym typeface="Inter"/>
              </a:defRPr>
            </a:lvl8pPr>
            <a:lvl9pPr lvl="8" algn="ctr">
              <a:spcBef>
                <a:spcPts val="0"/>
              </a:spcBef>
              <a:spcAft>
                <a:spcPts val="0"/>
              </a:spcAft>
              <a:buSzPts val="4200"/>
              <a:buFont typeface="Inter"/>
              <a:buNone/>
              <a:defRPr b="1" sz="4200">
                <a:latin typeface="Inter"/>
                <a:ea typeface="Inter"/>
                <a:cs typeface="Inter"/>
                <a:sym typeface="Inter"/>
              </a:defRPr>
            </a:lvl9pPr>
          </a:lstStyle>
          <a:p/>
        </p:txBody>
      </p:sp>
      <p:sp>
        <p:nvSpPr>
          <p:cNvPr id="92" name="Google Shape;92;p21"/>
          <p:cNvSpPr txBox="1"/>
          <p:nvPr>
            <p:ph idx="1" type="subTitle"/>
          </p:nvPr>
        </p:nvSpPr>
        <p:spPr>
          <a:xfrm>
            <a:off x="311700" y="2894875"/>
            <a:ext cx="3999000" cy="4512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3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3" name="Google Shape;93;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1150" lvl="0" marL="457200">
              <a:spcBef>
                <a:spcPts val="0"/>
              </a:spcBef>
              <a:spcAft>
                <a:spcPts val="0"/>
              </a:spcAft>
              <a:buClr>
                <a:srgbClr val="000000"/>
              </a:buClr>
              <a:buSzPts val="1300"/>
              <a:buChar char="●"/>
              <a:defRPr>
                <a:solidFill>
                  <a:srgbClr val="000000"/>
                </a:solidFill>
              </a:defRPr>
            </a:lvl1pPr>
            <a:lvl2pPr indent="-292100" lvl="1" marL="914400">
              <a:spcBef>
                <a:spcPts val="0"/>
              </a:spcBef>
              <a:spcAft>
                <a:spcPts val="0"/>
              </a:spcAft>
              <a:buClr>
                <a:srgbClr val="000000"/>
              </a:buClr>
              <a:buSzPts val="1000"/>
              <a:buChar char="○"/>
              <a:defRPr>
                <a:solidFill>
                  <a:srgbClr val="000000"/>
                </a:solidFill>
              </a:defRPr>
            </a:lvl2pPr>
            <a:lvl3pPr indent="-292100" lvl="2" marL="1371600">
              <a:spcBef>
                <a:spcPts val="0"/>
              </a:spcBef>
              <a:spcAft>
                <a:spcPts val="0"/>
              </a:spcAft>
              <a:buClr>
                <a:srgbClr val="000000"/>
              </a:buClr>
              <a:buSzPts val="1000"/>
              <a:buChar char="■"/>
              <a:defRPr>
                <a:solidFill>
                  <a:srgbClr val="000000"/>
                </a:solidFill>
              </a:defRPr>
            </a:lvl3pPr>
            <a:lvl4pPr indent="-292100" lvl="3" marL="1828800">
              <a:spcBef>
                <a:spcPts val="0"/>
              </a:spcBef>
              <a:spcAft>
                <a:spcPts val="0"/>
              </a:spcAft>
              <a:buClr>
                <a:srgbClr val="000000"/>
              </a:buClr>
              <a:buSzPts val="1000"/>
              <a:buChar char="●"/>
              <a:defRPr>
                <a:solidFill>
                  <a:srgbClr val="000000"/>
                </a:solidFill>
              </a:defRPr>
            </a:lvl4pPr>
            <a:lvl5pPr indent="-292100" lvl="4" marL="2286000">
              <a:spcBef>
                <a:spcPts val="0"/>
              </a:spcBef>
              <a:spcAft>
                <a:spcPts val="0"/>
              </a:spcAft>
              <a:buClr>
                <a:srgbClr val="000000"/>
              </a:buClr>
              <a:buSzPts val="1000"/>
              <a:buChar char="○"/>
              <a:defRPr>
                <a:solidFill>
                  <a:srgbClr val="000000"/>
                </a:solidFill>
              </a:defRPr>
            </a:lvl5pPr>
            <a:lvl6pPr indent="-292100" lvl="5" marL="2743200">
              <a:spcBef>
                <a:spcPts val="0"/>
              </a:spcBef>
              <a:spcAft>
                <a:spcPts val="0"/>
              </a:spcAft>
              <a:buClr>
                <a:srgbClr val="000000"/>
              </a:buClr>
              <a:buSzPts val="1000"/>
              <a:buChar char="■"/>
              <a:defRPr>
                <a:solidFill>
                  <a:srgbClr val="000000"/>
                </a:solidFill>
              </a:defRPr>
            </a:lvl6pPr>
            <a:lvl7pPr indent="-292100" lvl="6" marL="3200400">
              <a:spcBef>
                <a:spcPts val="0"/>
              </a:spcBef>
              <a:spcAft>
                <a:spcPts val="0"/>
              </a:spcAft>
              <a:buClr>
                <a:srgbClr val="000000"/>
              </a:buClr>
              <a:buSzPts val="1000"/>
              <a:buChar char="●"/>
              <a:defRPr>
                <a:solidFill>
                  <a:srgbClr val="000000"/>
                </a:solidFill>
              </a:defRPr>
            </a:lvl7pPr>
            <a:lvl8pPr indent="-292100" lvl="7" marL="3657600">
              <a:spcBef>
                <a:spcPts val="0"/>
              </a:spcBef>
              <a:spcAft>
                <a:spcPts val="0"/>
              </a:spcAft>
              <a:buClr>
                <a:srgbClr val="000000"/>
              </a:buClr>
              <a:buSzPts val="1000"/>
              <a:buChar char="○"/>
              <a:defRPr>
                <a:solidFill>
                  <a:srgbClr val="000000"/>
                </a:solidFill>
              </a:defRPr>
            </a:lvl8pPr>
            <a:lvl9pPr indent="-292100" lvl="8" marL="4114800">
              <a:spcBef>
                <a:spcPts val="0"/>
              </a:spcBef>
              <a:spcAft>
                <a:spcPts val="0"/>
              </a:spcAft>
              <a:buClr>
                <a:srgbClr val="000000"/>
              </a:buClr>
              <a:buSzPts val="1000"/>
              <a:buChar char="■"/>
              <a:defRPr>
                <a:solidFill>
                  <a:srgbClr val="000000"/>
                </a:solidFill>
              </a:defRPr>
            </a:lvl9pPr>
          </a:lstStyle>
          <a:p/>
        </p:txBody>
      </p:sp>
      <p:sp>
        <p:nvSpPr>
          <p:cNvPr id="94" name="Google Shape;9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95" name="Google Shape;95;p21"/>
          <p:cNvPicPr preferRelativeResize="0"/>
          <p:nvPr/>
        </p:nvPicPr>
        <p:blipFill>
          <a:blip r:embed="rId2">
            <a:alphaModFix/>
          </a:blip>
          <a:stretch>
            <a:fillRect/>
          </a:stretch>
        </p:blipFill>
        <p:spPr>
          <a:xfrm>
            <a:off x="311700" y="4512906"/>
            <a:ext cx="1359749" cy="35919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presentation slide">
  <p:cSld name="BLANK_1_1">
    <p:spTree>
      <p:nvGrpSpPr>
        <p:cNvPr id="98" name="Shape 98"/>
        <p:cNvGrpSpPr/>
        <p:nvPr/>
      </p:nvGrpSpPr>
      <p:grpSpPr>
        <a:xfrm>
          <a:off x="0" y="0"/>
          <a:ext cx="0" cy="0"/>
          <a:chOff x="0" y="0"/>
          <a:chExt cx="0" cy="0"/>
        </a:xfrm>
      </p:grpSpPr>
      <p:sp>
        <p:nvSpPr>
          <p:cNvPr id="99" name="Google Shape;99;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100" name="Google Shape;100;p23"/>
          <p:cNvPicPr preferRelativeResize="0"/>
          <p:nvPr/>
        </p:nvPicPr>
        <p:blipFill>
          <a:blip r:embed="rId2">
            <a:alphaModFix/>
          </a:blip>
          <a:stretch>
            <a:fillRect/>
          </a:stretch>
        </p:blipFill>
        <p:spPr>
          <a:xfrm>
            <a:off x="3158300" y="2198301"/>
            <a:ext cx="2827402" cy="74690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1.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53" name="Google Shape;5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SzPts val="1300"/>
              <a:buFont typeface="Inter"/>
              <a:buChar char="●"/>
              <a:defRPr sz="1300">
                <a:latin typeface="Inter"/>
                <a:ea typeface="Inter"/>
                <a:cs typeface="Inter"/>
                <a:sym typeface="Inter"/>
              </a:defRPr>
            </a:lvl1pPr>
            <a:lvl2pPr indent="-292100" lvl="1" marL="914400">
              <a:lnSpc>
                <a:spcPct val="115000"/>
              </a:lnSpc>
              <a:spcBef>
                <a:spcPts val="0"/>
              </a:spcBef>
              <a:spcAft>
                <a:spcPts val="0"/>
              </a:spcAft>
              <a:buSzPts val="1000"/>
              <a:buFont typeface="Inter"/>
              <a:buChar char="○"/>
              <a:defRPr sz="1000">
                <a:latin typeface="Inter"/>
                <a:ea typeface="Inter"/>
                <a:cs typeface="Inter"/>
                <a:sym typeface="Inter"/>
              </a:defRPr>
            </a:lvl2pPr>
            <a:lvl3pPr indent="-292100" lvl="2" marL="1371600">
              <a:lnSpc>
                <a:spcPct val="115000"/>
              </a:lnSpc>
              <a:spcBef>
                <a:spcPts val="0"/>
              </a:spcBef>
              <a:spcAft>
                <a:spcPts val="0"/>
              </a:spcAft>
              <a:buSzPts val="1000"/>
              <a:buFont typeface="Inter"/>
              <a:buChar char="■"/>
              <a:defRPr sz="1000">
                <a:latin typeface="Inter"/>
                <a:ea typeface="Inter"/>
                <a:cs typeface="Inter"/>
                <a:sym typeface="Inter"/>
              </a:defRPr>
            </a:lvl3pPr>
            <a:lvl4pPr indent="-292100" lvl="3" marL="1828800">
              <a:lnSpc>
                <a:spcPct val="115000"/>
              </a:lnSpc>
              <a:spcBef>
                <a:spcPts val="0"/>
              </a:spcBef>
              <a:spcAft>
                <a:spcPts val="0"/>
              </a:spcAft>
              <a:buSzPts val="1000"/>
              <a:buFont typeface="Inter"/>
              <a:buChar char="●"/>
              <a:defRPr sz="1000">
                <a:latin typeface="Inter"/>
                <a:ea typeface="Inter"/>
                <a:cs typeface="Inter"/>
                <a:sym typeface="Inter"/>
              </a:defRPr>
            </a:lvl4pPr>
            <a:lvl5pPr indent="-292100" lvl="4" marL="2286000">
              <a:lnSpc>
                <a:spcPct val="115000"/>
              </a:lnSpc>
              <a:spcBef>
                <a:spcPts val="0"/>
              </a:spcBef>
              <a:spcAft>
                <a:spcPts val="0"/>
              </a:spcAft>
              <a:buSzPts val="1000"/>
              <a:buFont typeface="Inter"/>
              <a:buChar char="○"/>
              <a:defRPr sz="1000">
                <a:latin typeface="Inter"/>
                <a:ea typeface="Inter"/>
                <a:cs typeface="Inter"/>
                <a:sym typeface="Inter"/>
              </a:defRPr>
            </a:lvl5pPr>
            <a:lvl6pPr indent="-292100" lvl="5" marL="2743200">
              <a:lnSpc>
                <a:spcPct val="115000"/>
              </a:lnSpc>
              <a:spcBef>
                <a:spcPts val="0"/>
              </a:spcBef>
              <a:spcAft>
                <a:spcPts val="0"/>
              </a:spcAft>
              <a:buSzPts val="1000"/>
              <a:buFont typeface="Inter"/>
              <a:buChar char="■"/>
              <a:defRPr sz="1000">
                <a:latin typeface="Inter"/>
                <a:ea typeface="Inter"/>
                <a:cs typeface="Inter"/>
                <a:sym typeface="Inter"/>
              </a:defRPr>
            </a:lvl6pPr>
            <a:lvl7pPr indent="-292100" lvl="6" marL="3200400">
              <a:lnSpc>
                <a:spcPct val="115000"/>
              </a:lnSpc>
              <a:spcBef>
                <a:spcPts val="0"/>
              </a:spcBef>
              <a:spcAft>
                <a:spcPts val="0"/>
              </a:spcAft>
              <a:buSzPts val="1000"/>
              <a:buFont typeface="Inter"/>
              <a:buChar char="●"/>
              <a:defRPr sz="1000">
                <a:latin typeface="Inter"/>
                <a:ea typeface="Inter"/>
                <a:cs typeface="Inter"/>
                <a:sym typeface="Inter"/>
              </a:defRPr>
            </a:lvl7pPr>
            <a:lvl8pPr indent="-292100" lvl="7" marL="3657600">
              <a:lnSpc>
                <a:spcPct val="115000"/>
              </a:lnSpc>
              <a:spcBef>
                <a:spcPts val="0"/>
              </a:spcBef>
              <a:spcAft>
                <a:spcPts val="0"/>
              </a:spcAft>
              <a:buSzPts val="1000"/>
              <a:buFont typeface="Inter"/>
              <a:buChar char="○"/>
              <a:defRPr sz="1000">
                <a:latin typeface="Inter"/>
                <a:ea typeface="Inter"/>
                <a:cs typeface="Inter"/>
                <a:sym typeface="Inter"/>
              </a:defRPr>
            </a:lvl8pPr>
            <a:lvl9pPr indent="-292100" lvl="8" marL="4114800">
              <a:lnSpc>
                <a:spcPct val="115000"/>
              </a:lnSpc>
              <a:spcBef>
                <a:spcPts val="0"/>
              </a:spcBef>
              <a:spcAft>
                <a:spcPts val="0"/>
              </a:spcAft>
              <a:buSzPts val="1000"/>
              <a:buFont typeface="Inter"/>
              <a:buChar char="■"/>
              <a:defRPr sz="10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20" Type="http://schemas.openxmlformats.org/officeDocument/2006/relationships/image" Target="../media/image15.png"/><Relationship Id="rId11" Type="http://schemas.openxmlformats.org/officeDocument/2006/relationships/image" Target="../media/image21.png"/><Relationship Id="rId22" Type="http://schemas.openxmlformats.org/officeDocument/2006/relationships/image" Target="../media/image22.png"/><Relationship Id="rId10" Type="http://schemas.openxmlformats.org/officeDocument/2006/relationships/image" Target="../media/image6.png"/><Relationship Id="rId21" Type="http://schemas.openxmlformats.org/officeDocument/2006/relationships/image" Target="../media/image20.png"/><Relationship Id="rId13" Type="http://schemas.openxmlformats.org/officeDocument/2006/relationships/image" Target="../media/image16.png"/><Relationship Id="rId12" Type="http://schemas.openxmlformats.org/officeDocument/2006/relationships/image" Target="../media/image13.png"/><Relationship Id="rId23" Type="http://schemas.openxmlformats.org/officeDocument/2006/relationships/image" Target="../media/image23.png"/><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10.png"/><Relationship Id="rId15" Type="http://schemas.openxmlformats.org/officeDocument/2006/relationships/image" Target="../media/image17.png"/><Relationship Id="rId14" Type="http://schemas.openxmlformats.org/officeDocument/2006/relationships/image" Target="../media/image19.png"/><Relationship Id="rId17" Type="http://schemas.openxmlformats.org/officeDocument/2006/relationships/image" Target="../media/image14.png"/><Relationship Id="rId16" Type="http://schemas.openxmlformats.org/officeDocument/2006/relationships/image" Target="../media/image34.png"/><Relationship Id="rId5" Type="http://schemas.openxmlformats.org/officeDocument/2006/relationships/image" Target="../media/image5.png"/><Relationship Id="rId19" Type="http://schemas.openxmlformats.org/officeDocument/2006/relationships/image" Target="../media/image25.png"/><Relationship Id="rId6" Type="http://schemas.openxmlformats.org/officeDocument/2006/relationships/image" Target="../media/image4.png"/><Relationship Id="rId18" Type="http://schemas.openxmlformats.org/officeDocument/2006/relationships/image" Target="../media/image18.png"/><Relationship Id="rId7" Type="http://schemas.openxmlformats.org/officeDocument/2006/relationships/image" Target="../media/image9.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20" Type="http://schemas.openxmlformats.org/officeDocument/2006/relationships/image" Target="../media/image37.png"/><Relationship Id="rId22" Type="http://schemas.openxmlformats.org/officeDocument/2006/relationships/image" Target="../media/image29.png"/><Relationship Id="rId21" Type="http://schemas.openxmlformats.org/officeDocument/2006/relationships/image" Target="../media/image30.png"/><Relationship Id="rId24" Type="http://schemas.openxmlformats.org/officeDocument/2006/relationships/image" Target="../media/image28.png"/><Relationship Id="rId23" Type="http://schemas.openxmlformats.org/officeDocument/2006/relationships/image" Target="../media/image33.png"/><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10.png"/><Relationship Id="rId26" Type="http://schemas.openxmlformats.org/officeDocument/2006/relationships/image" Target="../media/image44.png"/><Relationship Id="rId25" Type="http://schemas.openxmlformats.org/officeDocument/2006/relationships/image" Target="../media/image31.png"/><Relationship Id="rId28" Type="http://schemas.openxmlformats.org/officeDocument/2006/relationships/image" Target="../media/image35.png"/><Relationship Id="rId27" Type="http://schemas.openxmlformats.org/officeDocument/2006/relationships/image" Target="../media/image36.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8.png"/><Relationship Id="rId11" Type="http://schemas.openxmlformats.org/officeDocument/2006/relationships/image" Target="../media/image21.png"/><Relationship Id="rId10" Type="http://schemas.openxmlformats.org/officeDocument/2006/relationships/image" Target="../media/image6.png"/><Relationship Id="rId13" Type="http://schemas.openxmlformats.org/officeDocument/2006/relationships/image" Target="../media/image16.png"/><Relationship Id="rId12" Type="http://schemas.openxmlformats.org/officeDocument/2006/relationships/image" Target="../media/image13.png"/><Relationship Id="rId15" Type="http://schemas.openxmlformats.org/officeDocument/2006/relationships/image" Target="../media/image17.png"/><Relationship Id="rId14" Type="http://schemas.openxmlformats.org/officeDocument/2006/relationships/image" Target="../media/image19.png"/><Relationship Id="rId17" Type="http://schemas.openxmlformats.org/officeDocument/2006/relationships/image" Target="../media/image14.png"/><Relationship Id="rId16" Type="http://schemas.openxmlformats.org/officeDocument/2006/relationships/image" Target="../media/image34.png"/><Relationship Id="rId19" Type="http://schemas.openxmlformats.org/officeDocument/2006/relationships/image" Target="../media/image27.png"/><Relationship Id="rId18"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39.png"/></Relationships>
</file>

<file path=ppt/slides/_rels/slide8.xml.rels><?xml version="1.0" encoding="UTF-8" standalone="yes"?><Relationships xmlns="http://schemas.openxmlformats.org/package/2006/relationships"><Relationship Id="rId20" Type="http://schemas.openxmlformats.org/officeDocument/2006/relationships/image" Target="../media/image58.png"/><Relationship Id="rId22" Type="http://schemas.openxmlformats.org/officeDocument/2006/relationships/image" Target="../media/image48.png"/><Relationship Id="rId21" Type="http://schemas.openxmlformats.org/officeDocument/2006/relationships/image" Target="../media/image40.png"/><Relationship Id="rId24" Type="http://schemas.openxmlformats.org/officeDocument/2006/relationships/image" Target="../media/image36.png"/><Relationship Id="rId23" Type="http://schemas.openxmlformats.org/officeDocument/2006/relationships/image" Target="../media/image41.png"/><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10.png"/><Relationship Id="rId26" Type="http://schemas.openxmlformats.org/officeDocument/2006/relationships/image" Target="../media/image46.png"/><Relationship Id="rId25" Type="http://schemas.openxmlformats.org/officeDocument/2006/relationships/image" Target="../media/image43.png"/><Relationship Id="rId27" Type="http://schemas.openxmlformats.org/officeDocument/2006/relationships/image" Target="../media/image47.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8.png"/><Relationship Id="rId11" Type="http://schemas.openxmlformats.org/officeDocument/2006/relationships/image" Target="../media/image21.png"/><Relationship Id="rId10" Type="http://schemas.openxmlformats.org/officeDocument/2006/relationships/image" Target="../media/image6.png"/><Relationship Id="rId13" Type="http://schemas.openxmlformats.org/officeDocument/2006/relationships/image" Target="../media/image16.png"/><Relationship Id="rId12" Type="http://schemas.openxmlformats.org/officeDocument/2006/relationships/image" Target="../media/image13.png"/><Relationship Id="rId15" Type="http://schemas.openxmlformats.org/officeDocument/2006/relationships/image" Target="../media/image17.png"/><Relationship Id="rId14" Type="http://schemas.openxmlformats.org/officeDocument/2006/relationships/image" Target="../media/image19.png"/><Relationship Id="rId17" Type="http://schemas.openxmlformats.org/officeDocument/2006/relationships/image" Target="../media/image32.png"/><Relationship Id="rId16" Type="http://schemas.openxmlformats.org/officeDocument/2006/relationships/image" Target="../media/image34.png"/><Relationship Id="rId19" Type="http://schemas.openxmlformats.org/officeDocument/2006/relationships/image" Target="../media/image56.png"/><Relationship Id="rId18"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cumul.io/" TargetMode="External"/><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20" Type="http://schemas.openxmlformats.org/officeDocument/2006/relationships/image" Target="../media/image52.png"/><Relationship Id="rId22" Type="http://schemas.openxmlformats.org/officeDocument/2006/relationships/image" Target="../media/image53.png"/><Relationship Id="rId21" Type="http://schemas.openxmlformats.org/officeDocument/2006/relationships/image" Target="../media/image50.png"/><Relationship Id="rId24" Type="http://schemas.openxmlformats.org/officeDocument/2006/relationships/image" Target="../media/image57.png"/><Relationship Id="rId23" Type="http://schemas.openxmlformats.org/officeDocument/2006/relationships/image" Target="../media/image62.png"/><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10.png"/><Relationship Id="rId26" Type="http://schemas.openxmlformats.org/officeDocument/2006/relationships/image" Target="../media/image59.png"/><Relationship Id="rId25" Type="http://schemas.openxmlformats.org/officeDocument/2006/relationships/image" Target="../media/image27.png"/><Relationship Id="rId27" Type="http://schemas.openxmlformats.org/officeDocument/2006/relationships/image" Target="../media/image60.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8.png"/><Relationship Id="rId11" Type="http://schemas.openxmlformats.org/officeDocument/2006/relationships/image" Target="../media/image21.png"/><Relationship Id="rId10" Type="http://schemas.openxmlformats.org/officeDocument/2006/relationships/image" Target="../media/image6.png"/><Relationship Id="rId13" Type="http://schemas.openxmlformats.org/officeDocument/2006/relationships/image" Target="../media/image16.png"/><Relationship Id="rId12" Type="http://schemas.openxmlformats.org/officeDocument/2006/relationships/image" Target="../media/image13.png"/><Relationship Id="rId15" Type="http://schemas.openxmlformats.org/officeDocument/2006/relationships/image" Target="../media/image17.png"/><Relationship Id="rId14" Type="http://schemas.openxmlformats.org/officeDocument/2006/relationships/image" Target="../media/image19.png"/><Relationship Id="rId17" Type="http://schemas.openxmlformats.org/officeDocument/2006/relationships/image" Target="../media/image43.png"/><Relationship Id="rId16" Type="http://schemas.openxmlformats.org/officeDocument/2006/relationships/image" Target="../media/image34.png"/><Relationship Id="rId19" Type="http://schemas.openxmlformats.org/officeDocument/2006/relationships/image" Target="../media/image42.png"/><Relationship Id="rId18"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66.png"/></Relationships>
</file>

<file path=ppt/slides/_rels/slide12.xml.rels><?xml version="1.0" encoding="UTF-8" standalone="yes"?><Relationships xmlns="http://schemas.openxmlformats.org/package/2006/relationships"><Relationship Id="rId20" Type="http://schemas.openxmlformats.org/officeDocument/2006/relationships/image" Target="../media/image33.png"/><Relationship Id="rId22" Type="http://schemas.openxmlformats.org/officeDocument/2006/relationships/image" Target="../media/image3.png"/><Relationship Id="rId21" Type="http://schemas.openxmlformats.org/officeDocument/2006/relationships/image" Target="../media/image78.png"/><Relationship Id="rId24" Type="http://schemas.openxmlformats.org/officeDocument/2006/relationships/image" Target="../media/image4.png"/><Relationship Id="rId23" Type="http://schemas.openxmlformats.org/officeDocument/2006/relationships/image" Target="../media/image8.png"/><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17.png"/><Relationship Id="rId25" Type="http://schemas.openxmlformats.org/officeDocument/2006/relationships/image" Target="../media/image9.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16.png"/><Relationship Id="rId8" Type="http://schemas.openxmlformats.org/officeDocument/2006/relationships/image" Target="../media/image19.png"/><Relationship Id="rId11" Type="http://schemas.openxmlformats.org/officeDocument/2006/relationships/image" Target="../media/image27.png"/><Relationship Id="rId10" Type="http://schemas.openxmlformats.org/officeDocument/2006/relationships/image" Target="../media/image34.png"/><Relationship Id="rId13" Type="http://schemas.openxmlformats.org/officeDocument/2006/relationships/image" Target="../media/image42.png"/><Relationship Id="rId12" Type="http://schemas.openxmlformats.org/officeDocument/2006/relationships/image" Target="../media/image70.png"/><Relationship Id="rId15" Type="http://schemas.openxmlformats.org/officeDocument/2006/relationships/image" Target="../media/image71.png"/><Relationship Id="rId14" Type="http://schemas.openxmlformats.org/officeDocument/2006/relationships/image" Target="../media/image36.png"/><Relationship Id="rId17" Type="http://schemas.openxmlformats.org/officeDocument/2006/relationships/image" Target="../media/image64.png"/><Relationship Id="rId16" Type="http://schemas.openxmlformats.org/officeDocument/2006/relationships/image" Target="../media/image69.png"/><Relationship Id="rId19" Type="http://schemas.openxmlformats.org/officeDocument/2006/relationships/image" Target="../media/image67.png"/><Relationship Id="rId18" Type="http://schemas.openxmlformats.org/officeDocument/2006/relationships/image" Target="../media/image7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4"/>
          <p:cNvSpPr txBox="1"/>
          <p:nvPr/>
        </p:nvSpPr>
        <p:spPr>
          <a:xfrm>
            <a:off x="292550" y="1545450"/>
            <a:ext cx="4117200" cy="20526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2800"/>
              </a:spcBef>
              <a:spcAft>
                <a:spcPts val="0"/>
              </a:spcAft>
              <a:buNone/>
            </a:pPr>
            <a:r>
              <a:rPr b="1" lang="en-GB" sz="3500">
                <a:solidFill>
                  <a:srgbClr val="2B2B2B"/>
                </a:solidFill>
                <a:latin typeface="Inter"/>
                <a:ea typeface="Inter"/>
                <a:cs typeface="Inter"/>
                <a:sym typeface="Inter"/>
              </a:rPr>
              <a:t>Reconstruct data stacks</a:t>
            </a:r>
            <a:endParaRPr b="1" sz="3500">
              <a:solidFill>
                <a:srgbClr val="2B2B2B"/>
              </a:solidFill>
              <a:latin typeface="Inter"/>
              <a:ea typeface="Inter"/>
              <a:cs typeface="Inter"/>
              <a:sym typeface="Inter"/>
            </a:endParaRPr>
          </a:p>
          <a:p>
            <a:pPr indent="0" lvl="0" marL="0" rtl="0" algn="l">
              <a:spcBef>
                <a:spcPts val="900"/>
              </a:spcBef>
              <a:spcAft>
                <a:spcPts val="0"/>
              </a:spcAft>
              <a:buNone/>
            </a:pPr>
            <a:r>
              <a:rPr lang="en-GB" sz="3500">
                <a:solidFill>
                  <a:srgbClr val="000000"/>
                </a:solidFill>
                <a:latin typeface="Inter Black"/>
                <a:ea typeface="Inter Black"/>
                <a:cs typeface="Inter Black"/>
                <a:sym typeface="Inter Black"/>
              </a:rPr>
              <a:t> </a:t>
            </a:r>
            <a:endParaRPr sz="3500">
              <a:solidFill>
                <a:srgbClr val="000000"/>
              </a:solidFill>
              <a:latin typeface="Inter Black"/>
              <a:ea typeface="Inter Black"/>
              <a:cs typeface="Inter Black"/>
              <a:sym typeface="Inter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5"/>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Instructions</a:t>
            </a:r>
            <a:endParaRPr b="0">
              <a:latin typeface="Inter ExtraLight"/>
              <a:ea typeface="Inter ExtraLight"/>
              <a:cs typeface="Inter ExtraLight"/>
              <a:sym typeface="Inter ExtraLight"/>
            </a:endParaRPr>
          </a:p>
        </p:txBody>
      </p:sp>
      <p:sp>
        <p:nvSpPr>
          <p:cNvPr id="111" name="Google Shape;111;p25"/>
          <p:cNvSpPr txBox="1"/>
          <p:nvPr>
            <p:ph idx="1" type="body"/>
          </p:nvPr>
        </p:nvSpPr>
        <p:spPr>
          <a:xfrm>
            <a:off x="311700" y="695950"/>
            <a:ext cx="8520600" cy="22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GB">
                <a:solidFill>
                  <a:schemeClr val="dk1"/>
                </a:solidFill>
              </a:rPr>
              <a:t>For each company, put the tools in the right box to rebuild their modern data stack.</a:t>
            </a:r>
            <a:endParaRPr>
              <a:solidFill>
                <a:schemeClr val="dk1"/>
              </a:solidFill>
            </a:endParaRPr>
          </a:p>
          <a:p>
            <a:pPr indent="457200" lvl="0" marL="0" rtl="0" algn="l">
              <a:spcBef>
                <a:spcPts val="0"/>
              </a:spcBef>
              <a:spcAft>
                <a:spcPts val="0"/>
              </a:spcAft>
              <a:buNone/>
            </a:pPr>
            <a:r>
              <a:rPr lang="en-GB">
                <a:solidFill>
                  <a:schemeClr val="dk1"/>
                </a:solidFill>
              </a:rPr>
              <a:t>-&gt; Click and drag the tool from the grey rectangle at the top to the correct box in the stack.</a:t>
            </a:r>
            <a:endParaRPr>
              <a:solidFill>
                <a:schemeClr val="dk1"/>
              </a:solidFill>
            </a:endParaRPr>
          </a:p>
          <a:p>
            <a:pPr indent="45720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In the lower part of the diagram specify how many people work in each position to run this data stack.</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GB"/>
              <a:t>🎯 </a:t>
            </a:r>
            <a:r>
              <a:rPr b="1" lang="en-GB"/>
              <a:t>Objectives:</a:t>
            </a:r>
            <a:br>
              <a:rPr lang="en-GB"/>
            </a:br>
            <a:r>
              <a:rPr lang="en-GB"/>
              <a:t>This exercise will lead you to reconstruct data stacks with different degrees of maturity depending on how long you have been working on the data, as we see in this timeline 👇🏽</a:t>
            </a:r>
            <a:endParaRPr/>
          </a:p>
        </p:txBody>
      </p:sp>
      <p:cxnSp>
        <p:nvCxnSpPr>
          <p:cNvPr id="112" name="Google Shape;112;p25"/>
          <p:cNvCxnSpPr/>
          <p:nvPr/>
        </p:nvCxnSpPr>
        <p:spPr>
          <a:xfrm>
            <a:off x="1307481" y="3289829"/>
            <a:ext cx="0" cy="424200"/>
          </a:xfrm>
          <a:prstGeom prst="straightConnector1">
            <a:avLst/>
          </a:prstGeom>
          <a:noFill/>
          <a:ln cap="flat" cmpd="sng" w="9525">
            <a:solidFill>
              <a:srgbClr val="4D04C4"/>
            </a:solidFill>
            <a:prstDash val="dash"/>
            <a:round/>
            <a:headEnd len="med" w="med" type="none"/>
            <a:tailEnd len="med" w="med" type="none"/>
          </a:ln>
        </p:spPr>
      </p:cxnSp>
      <p:sp>
        <p:nvSpPr>
          <p:cNvPr id="113" name="Google Shape;113;p25"/>
          <p:cNvSpPr txBox="1"/>
          <p:nvPr/>
        </p:nvSpPr>
        <p:spPr>
          <a:xfrm>
            <a:off x="244999" y="3205900"/>
            <a:ext cx="1066800" cy="47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latin typeface="Inter"/>
                <a:ea typeface="Inter"/>
                <a:cs typeface="Inter"/>
                <a:sym typeface="Inter"/>
              </a:rPr>
              <a:t>0 - No data </a:t>
            </a:r>
            <a:r>
              <a:rPr i="1" lang="en-GB" sz="1100">
                <a:latin typeface="Inter"/>
                <a:ea typeface="Inter"/>
                <a:cs typeface="Inter"/>
                <a:sym typeface="Inter"/>
              </a:rPr>
              <a:t>(0 year)</a:t>
            </a:r>
            <a:endParaRPr i="1" sz="1100">
              <a:solidFill>
                <a:srgbClr val="000000"/>
              </a:solidFill>
              <a:latin typeface="Inter"/>
              <a:ea typeface="Inter"/>
              <a:cs typeface="Inter"/>
              <a:sym typeface="Inter"/>
            </a:endParaRPr>
          </a:p>
        </p:txBody>
      </p:sp>
      <p:sp>
        <p:nvSpPr>
          <p:cNvPr id="114" name="Google Shape;114;p25"/>
          <p:cNvSpPr txBox="1"/>
          <p:nvPr/>
        </p:nvSpPr>
        <p:spPr>
          <a:xfrm>
            <a:off x="2538062" y="3205900"/>
            <a:ext cx="1253100" cy="47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latin typeface="Inter"/>
                <a:ea typeface="Inter"/>
                <a:cs typeface="Inter"/>
                <a:sym typeface="Inter"/>
              </a:rPr>
              <a:t>2 - Exploring data </a:t>
            </a:r>
            <a:r>
              <a:rPr i="1" lang="en-GB" sz="1100">
                <a:latin typeface="Inter"/>
                <a:ea typeface="Inter"/>
                <a:cs typeface="Inter"/>
                <a:sym typeface="Inter"/>
              </a:rPr>
              <a:t>(1 year)</a:t>
            </a:r>
            <a:endParaRPr i="1" sz="1100">
              <a:solidFill>
                <a:srgbClr val="000000"/>
              </a:solidFill>
              <a:latin typeface="Inter"/>
              <a:ea typeface="Inter"/>
              <a:cs typeface="Inter"/>
              <a:sym typeface="Inter"/>
            </a:endParaRPr>
          </a:p>
        </p:txBody>
      </p:sp>
      <p:sp>
        <p:nvSpPr>
          <p:cNvPr id="115" name="Google Shape;115;p25"/>
          <p:cNvSpPr txBox="1"/>
          <p:nvPr/>
        </p:nvSpPr>
        <p:spPr>
          <a:xfrm>
            <a:off x="3759631" y="3205904"/>
            <a:ext cx="1722900" cy="47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latin typeface="Inter"/>
                <a:ea typeface="Inter"/>
                <a:cs typeface="Inter"/>
                <a:sym typeface="Inter"/>
              </a:rPr>
              <a:t>3 - Spreading data awareness </a:t>
            </a:r>
            <a:r>
              <a:rPr i="1" lang="en-GB" sz="1100">
                <a:solidFill>
                  <a:schemeClr val="dk1"/>
                </a:solidFill>
                <a:latin typeface="Inter"/>
                <a:ea typeface="Inter"/>
                <a:cs typeface="Inter"/>
                <a:sym typeface="Inter"/>
              </a:rPr>
              <a:t>(2-4 years)</a:t>
            </a:r>
            <a:r>
              <a:rPr b="1" lang="en-GB" sz="1100">
                <a:latin typeface="Inter"/>
                <a:ea typeface="Inter"/>
                <a:cs typeface="Inter"/>
                <a:sym typeface="Inter"/>
              </a:rPr>
              <a:t> </a:t>
            </a:r>
            <a:endParaRPr b="1" sz="1100">
              <a:solidFill>
                <a:srgbClr val="000000"/>
              </a:solidFill>
              <a:latin typeface="Inter"/>
              <a:ea typeface="Inter"/>
              <a:cs typeface="Inter"/>
              <a:sym typeface="Inter"/>
            </a:endParaRPr>
          </a:p>
        </p:txBody>
      </p:sp>
      <p:sp>
        <p:nvSpPr>
          <p:cNvPr id="116" name="Google Shape;116;p25"/>
          <p:cNvSpPr txBox="1"/>
          <p:nvPr/>
        </p:nvSpPr>
        <p:spPr>
          <a:xfrm>
            <a:off x="5482925" y="3205900"/>
            <a:ext cx="1755300" cy="47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latin typeface="Inter"/>
                <a:ea typeface="Inter"/>
                <a:cs typeface="Inter"/>
                <a:sym typeface="Inter"/>
              </a:rPr>
              <a:t>4 - Distributing data knowledge </a:t>
            </a:r>
            <a:r>
              <a:rPr i="1" lang="en-GB" sz="1100">
                <a:solidFill>
                  <a:schemeClr val="dk1"/>
                </a:solidFill>
                <a:latin typeface="Inter"/>
                <a:ea typeface="Inter"/>
                <a:cs typeface="Inter"/>
                <a:sym typeface="Inter"/>
              </a:rPr>
              <a:t>(&gt;=5 years)</a:t>
            </a:r>
            <a:endParaRPr b="1" sz="1100">
              <a:solidFill>
                <a:srgbClr val="000000"/>
              </a:solidFill>
              <a:latin typeface="Inter"/>
              <a:ea typeface="Inter"/>
              <a:cs typeface="Inter"/>
              <a:sym typeface="Inter"/>
            </a:endParaRPr>
          </a:p>
        </p:txBody>
      </p:sp>
      <p:sp>
        <p:nvSpPr>
          <p:cNvPr id="117" name="Google Shape;117;p25"/>
          <p:cNvSpPr txBox="1"/>
          <p:nvPr/>
        </p:nvSpPr>
        <p:spPr>
          <a:xfrm>
            <a:off x="7202275" y="3205900"/>
            <a:ext cx="1755300" cy="50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latin typeface="Inter"/>
                <a:ea typeface="Inter"/>
                <a:cs typeface="Inter"/>
                <a:sym typeface="Inter"/>
              </a:rPr>
              <a:t>5 - Decentralising data </a:t>
            </a:r>
            <a:endParaRPr b="1" sz="1100">
              <a:latin typeface="Inter"/>
              <a:ea typeface="Inter"/>
              <a:cs typeface="Inter"/>
              <a:sym typeface="Inter"/>
            </a:endParaRPr>
          </a:p>
          <a:p>
            <a:pPr indent="0" lvl="0" marL="0" rtl="0" algn="ctr">
              <a:spcBef>
                <a:spcPts val="0"/>
              </a:spcBef>
              <a:spcAft>
                <a:spcPts val="0"/>
              </a:spcAft>
              <a:buNone/>
            </a:pPr>
            <a:r>
              <a:rPr i="1" lang="en-GB" sz="1100">
                <a:latin typeface="Inter"/>
                <a:ea typeface="Inter"/>
                <a:cs typeface="Inter"/>
                <a:sym typeface="Inter"/>
              </a:rPr>
              <a:t>aka Data mesh </a:t>
            </a:r>
            <a:endParaRPr i="1" sz="1100">
              <a:latin typeface="Inter"/>
              <a:ea typeface="Inter"/>
              <a:cs typeface="Inter"/>
              <a:sym typeface="Inter"/>
            </a:endParaRPr>
          </a:p>
        </p:txBody>
      </p:sp>
      <p:cxnSp>
        <p:nvCxnSpPr>
          <p:cNvPr id="118" name="Google Shape;118;p25"/>
          <p:cNvCxnSpPr>
            <a:stCxn id="115" idx="1"/>
            <a:endCxn id="115" idx="1"/>
          </p:cNvCxnSpPr>
          <p:nvPr/>
        </p:nvCxnSpPr>
        <p:spPr>
          <a:xfrm>
            <a:off x="3759631" y="3441104"/>
            <a:ext cx="0" cy="0"/>
          </a:xfrm>
          <a:prstGeom prst="straightConnector1">
            <a:avLst/>
          </a:prstGeom>
          <a:noFill/>
          <a:ln cap="flat" cmpd="sng" w="9525">
            <a:solidFill>
              <a:schemeClr val="dk2"/>
            </a:solidFill>
            <a:prstDash val="solid"/>
            <a:round/>
            <a:headEnd len="med" w="med" type="none"/>
            <a:tailEnd len="med" w="med" type="none"/>
          </a:ln>
        </p:spPr>
      </p:cxnSp>
      <p:cxnSp>
        <p:nvCxnSpPr>
          <p:cNvPr id="119" name="Google Shape;119;p25"/>
          <p:cNvCxnSpPr/>
          <p:nvPr/>
        </p:nvCxnSpPr>
        <p:spPr>
          <a:xfrm>
            <a:off x="3791225" y="3289829"/>
            <a:ext cx="0" cy="424200"/>
          </a:xfrm>
          <a:prstGeom prst="straightConnector1">
            <a:avLst/>
          </a:prstGeom>
          <a:noFill/>
          <a:ln cap="flat" cmpd="sng" w="9525">
            <a:solidFill>
              <a:srgbClr val="4D04C4"/>
            </a:solidFill>
            <a:prstDash val="dash"/>
            <a:round/>
            <a:headEnd len="med" w="med" type="none"/>
            <a:tailEnd len="med" w="med" type="none"/>
          </a:ln>
        </p:spPr>
      </p:cxnSp>
      <p:cxnSp>
        <p:nvCxnSpPr>
          <p:cNvPr id="120" name="Google Shape;120;p25"/>
          <p:cNvCxnSpPr/>
          <p:nvPr/>
        </p:nvCxnSpPr>
        <p:spPr>
          <a:xfrm>
            <a:off x="5486581" y="3289829"/>
            <a:ext cx="0" cy="424200"/>
          </a:xfrm>
          <a:prstGeom prst="straightConnector1">
            <a:avLst/>
          </a:prstGeom>
          <a:noFill/>
          <a:ln cap="flat" cmpd="sng" w="9525">
            <a:solidFill>
              <a:srgbClr val="4D04C4"/>
            </a:solidFill>
            <a:prstDash val="dash"/>
            <a:round/>
            <a:headEnd len="med" w="med" type="none"/>
            <a:tailEnd len="med" w="med" type="none"/>
          </a:ln>
        </p:spPr>
      </p:cxnSp>
      <p:cxnSp>
        <p:nvCxnSpPr>
          <p:cNvPr id="121" name="Google Shape;121;p25"/>
          <p:cNvCxnSpPr/>
          <p:nvPr/>
        </p:nvCxnSpPr>
        <p:spPr>
          <a:xfrm>
            <a:off x="7220225" y="3289829"/>
            <a:ext cx="0" cy="424200"/>
          </a:xfrm>
          <a:prstGeom prst="straightConnector1">
            <a:avLst/>
          </a:prstGeom>
          <a:noFill/>
          <a:ln cap="flat" cmpd="sng" w="9525">
            <a:solidFill>
              <a:srgbClr val="4D04C4"/>
            </a:solidFill>
            <a:prstDash val="dash"/>
            <a:round/>
            <a:headEnd len="med" w="med" type="none"/>
            <a:tailEnd len="med" w="med" type="none"/>
          </a:ln>
        </p:spPr>
      </p:cxnSp>
      <p:sp>
        <p:nvSpPr>
          <p:cNvPr id="122" name="Google Shape;122;p25"/>
          <p:cNvSpPr txBox="1"/>
          <p:nvPr/>
        </p:nvSpPr>
        <p:spPr>
          <a:xfrm>
            <a:off x="1311795" y="3205900"/>
            <a:ext cx="1253100" cy="47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latin typeface="Inter"/>
                <a:ea typeface="Inter"/>
                <a:cs typeface="Inter"/>
                <a:sym typeface="Inter"/>
              </a:rPr>
              <a:t>1 - Discovering data </a:t>
            </a:r>
            <a:r>
              <a:rPr i="1" lang="en-GB" sz="1100">
                <a:latin typeface="Inter"/>
                <a:ea typeface="Inter"/>
                <a:cs typeface="Inter"/>
                <a:sym typeface="Inter"/>
              </a:rPr>
              <a:t>(&lt;1 year)</a:t>
            </a:r>
            <a:endParaRPr i="1" sz="1100">
              <a:solidFill>
                <a:srgbClr val="000000"/>
              </a:solidFill>
              <a:latin typeface="Inter"/>
              <a:ea typeface="Inter"/>
              <a:cs typeface="Inter"/>
              <a:sym typeface="Inter"/>
            </a:endParaRPr>
          </a:p>
        </p:txBody>
      </p:sp>
      <p:cxnSp>
        <p:nvCxnSpPr>
          <p:cNvPr id="123" name="Google Shape;123;p25"/>
          <p:cNvCxnSpPr/>
          <p:nvPr/>
        </p:nvCxnSpPr>
        <p:spPr>
          <a:xfrm>
            <a:off x="2559387" y="3289829"/>
            <a:ext cx="0" cy="424200"/>
          </a:xfrm>
          <a:prstGeom prst="straightConnector1">
            <a:avLst/>
          </a:prstGeom>
          <a:noFill/>
          <a:ln cap="flat" cmpd="sng" w="9525">
            <a:solidFill>
              <a:srgbClr val="4D04C4"/>
            </a:solidFill>
            <a:prstDash val="dash"/>
            <a:round/>
            <a:headEnd len="med" w="med" type="none"/>
            <a:tailEnd len="med" w="med" type="none"/>
          </a:ln>
        </p:spPr>
      </p:cxnSp>
      <p:cxnSp>
        <p:nvCxnSpPr>
          <p:cNvPr id="124" name="Google Shape;124;p25"/>
          <p:cNvCxnSpPr/>
          <p:nvPr/>
        </p:nvCxnSpPr>
        <p:spPr>
          <a:xfrm>
            <a:off x="211525" y="3295929"/>
            <a:ext cx="0" cy="424200"/>
          </a:xfrm>
          <a:prstGeom prst="straightConnector1">
            <a:avLst/>
          </a:prstGeom>
          <a:noFill/>
          <a:ln cap="flat" cmpd="sng" w="28575">
            <a:solidFill>
              <a:srgbClr val="4D04C4"/>
            </a:solidFill>
            <a:prstDash val="solid"/>
            <a:round/>
            <a:headEnd len="med" w="med" type="none"/>
            <a:tailEnd len="med" w="med" type="none"/>
          </a:ln>
        </p:spPr>
      </p:cxnSp>
      <p:cxnSp>
        <p:nvCxnSpPr>
          <p:cNvPr id="125" name="Google Shape;125;p25"/>
          <p:cNvCxnSpPr/>
          <p:nvPr/>
        </p:nvCxnSpPr>
        <p:spPr>
          <a:xfrm>
            <a:off x="8832300" y="3295929"/>
            <a:ext cx="0" cy="424200"/>
          </a:xfrm>
          <a:prstGeom prst="straightConnector1">
            <a:avLst/>
          </a:prstGeom>
          <a:noFill/>
          <a:ln cap="flat" cmpd="sng" w="28575">
            <a:solidFill>
              <a:srgbClr val="4D04C4"/>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Circle Sportswear</a:t>
            </a:r>
            <a:endParaRPr/>
          </a:p>
        </p:txBody>
      </p:sp>
      <p:sp>
        <p:nvSpPr>
          <p:cNvPr id="131" name="Google Shape;131;p26"/>
          <p:cNvSpPr txBox="1"/>
          <p:nvPr>
            <p:ph idx="1" type="body"/>
          </p:nvPr>
        </p:nvSpPr>
        <p:spPr>
          <a:xfrm>
            <a:off x="311700" y="1000750"/>
            <a:ext cx="8520600" cy="3416400"/>
          </a:xfrm>
          <a:prstGeom prst="rect">
            <a:avLst/>
          </a:prstGeom>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Circle is a young company without a data or IT team. However, like all companies, we have to process data every day.</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manually extract data from our logistics provider.</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The sales team enters orders on Google sheets. Customers can request a refund via a Google form.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Google Analytics tracks visitor data for the Prestashop-hosted site.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centralize the data on several Google Sheets and perform the calculation and enrichment of the data on these Google Sheets.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To export data from the data sources to Google Sheet, we do it either manually or with n8n.</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To return data from Google Sheet to commercial tools, we try to use n8n as much as possible.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analyse and visualise our data on Google Sheets with the exception of traffic analysis which we do directly on Google Analytics.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do not have a dedicated </a:t>
            </a:r>
            <a:r>
              <a:rPr b="1" lang="en-GB" sz="1100">
                <a:solidFill>
                  <a:schemeClr val="dk1"/>
                </a:solidFill>
                <a:latin typeface="Arial"/>
                <a:ea typeface="Arial"/>
                <a:cs typeface="Arial"/>
                <a:sym typeface="Arial"/>
              </a:rPr>
              <a:t>data team</a:t>
            </a:r>
            <a:r>
              <a:rPr lang="en-GB" sz="1100">
                <a:solidFill>
                  <a:schemeClr val="dk1"/>
                </a:solidFill>
                <a:latin typeface="Arial"/>
                <a:ea typeface="Arial"/>
                <a:cs typeface="Arial"/>
                <a:sym typeface="Arial"/>
              </a:rPr>
              <a:t> yet. However, we have 2 employees in the business team who are very comfortable with Google Sheet and make the transformation and analysis. The CEO has some experience with automatisation tool and when necessary, he takes the role of data analyst to create a data flow with n8n.</a:t>
            </a:r>
            <a:endParaRPr sz="1100">
              <a:solidFill>
                <a:schemeClr val="dk1"/>
              </a:solidFill>
              <a:latin typeface="Arial"/>
              <a:ea typeface="Arial"/>
              <a:cs typeface="Arial"/>
              <a:sym typeface="Arial"/>
            </a:endParaRPr>
          </a:p>
        </p:txBody>
      </p:sp>
      <p:pic>
        <p:nvPicPr>
          <p:cNvPr id="132" name="Google Shape;132;p26"/>
          <p:cNvPicPr preferRelativeResize="0"/>
          <p:nvPr/>
        </p:nvPicPr>
        <p:blipFill>
          <a:blip r:embed="rId3">
            <a:alphaModFix/>
          </a:blip>
          <a:stretch>
            <a:fillRect/>
          </a:stretch>
        </p:blipFill>
        <p:spPr>
          <a:xfrm>
            <a:off x="6612533" y="181968"/>
            <a:ext cx="2219768" cy="572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p:nvPr/>
        </p:nvSpPr>
        <p:spPr>
          <a:xfrm>
            <a:off x="288650" y="3639131"/>
            <a:ext cx="4079700" cy="239700"/>
          </a:xfrm>
          <a:prstGeom prst="chevron">
            <a:avLst>
              <a:gd fmla="val 50000" name="adj"/>
            </a:avLst>
          </a:prstGeom>
          <a:solidFill>
            <a:srgbClr val="EA999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980000"/>
                </a:solidFill>
                <a:latin typeface="Inter"/>
                <a:ea typeface="Inter"/>
                <a:cs typeface="Inter"/>
                <a:sym typeface="Inter"/>
              </a:rPr>
              <a:t>  DE</a:t>
            </a:r>
            <a:endParaRPr b="1">
              <a:solidFill>
                <a:srgbClr val="980000"/>
              </a:solidFill>
              <a:latin typeface="Inter"/>
              <a:ea typeface="Inter"/>
              <a:cs typeface="Inter"/>
              <a:sym typeface="Inter"/>
            </a:endParaRPr>
          </a:p>
        </p:txBody>
      </p:sp>
      <p:sp>
        <p:nvSpPr>
          <p:cNvPr id="138" name="Google Shape;138;p27"/>
          <p:cNvSpPr/>
          <p:nvPr/>
        </p:nvSpPr>
        <p:spPr>
          <a:xfrm>
            <a:off x="4479650" y="3639131"/>
            <a:ext cx="4079700" cy="239700"/>
          </a:xfrm>
          <a:prstGeom prst="chevron">
            <a:avLst>
              <a:gd fmla="val 50000" name="adj"/>
            </a:avLst>
          </a:prstGeom>
          <a:solidFill>
            <a:srgbClr val="FFE599"/>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9900"/>
                </a:solidFill>
                <a:latin typeface="Inter"/>
                <a:ea typeface="Inter"/>
                <a:cs typeface="Inter"/>
                <a:sym typeface="Inter"/>
              </a:rPr>
              <a:t>           DA</a:t>
            </a:r>
            <a:endParaRPr b="1">
              <a:solidFill>
                <a:srgbClr val="FF9900"/>
              </a:solidFill>
              <a:latin typeface="Inter"/>
              <a:ea typeface="Inter"/>
              <a:cs typeface="Inter"/>
              <a:sym typeface="Inter"/>
            </a:endParaRPr>
          </a:p>
        </p:txBody>
      </p:sp>
      <p:pic>
        <p:nvPicPr>
          <p:cNvPr id="139" name="Google Shape;139;p27"/>
          <p:cNvPicPr preferRelativeResize="0"/>
          <p:nvPr/>
        </p:nvPicPr>
        <p:blipFill>
          <a:blip r:embed="rId3">
            <a:alphaModFix/>
          </a:blip>
          <a:stretch>
            <a:fillRect/>
          </a:stretch>
        </p:blipFill>
        <p:spPr>
          <a:xfrm>
            <a:off x="1467950" y="3664825"/>
            <a:ext cx="184575" cy="184575"/>
          </a:xfrm>
          <a:prstGeom prst="rect">
            <a:avLst/>
          </a:prstGeom>
          <a:noFill/>
          <a:ln>
            <a:noFill/>
          </a:ln>
        </p:spPr>
      </p:pic>
      <p:sp>
        <p:nvSpPr>
          <p:cNvPr id="140" name="Google Shape;140;p27"/>
          <p:cNvSpPr/>
          <p:nvPr/>
        </p:nvSpPr>
        <p:spPr>
          <a:xfrm>
            <a:off x="3683475" y="4335430"/>
            <a:ext cx="1452600" cy="270000"/>
          </a:xfrm>
          <a:prstGeom prst="chevron">
            <a:avLst>
              <a:gd fmla="val 50000" name="adj"/>
            </a:avLst>
          </a:prstGeom>
          <a:solidFill>
            <a:srgbClr val="D9D2E9"/>
          </a:solid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9900FF"/>
                </a:solidFill>
                <a:latin typeface="Inter"/>
                <a:ea typeface="Inter"/>
                <a:cs typeface="Inter"/>
                <a:sym typeface="Inter"/>
              </a:rPr>
              <a:t>                DS</a:t>
            </a:r>
            <a:endParaRPr b="1" sz="1200">
              <a:solidFill>
                <a:srgbClr val="9900FF"/>
              </a:solidFill>
              <a:latin typeface="Inter"/>
              <a:ea typeface="Inter"/>
              <a:cs typeface="Inter"/>
              <a:sym typeface="Inter"/>
            </a:endParaRPr>
          </a:p>
        </p:txBody>
      </p:sp>
      <p:sp>
        <p:nvSpPr>
          <p:cNvPr id="141" name="Google Shape;141;p27"/>
          <p:cNvSpPr/>
          <p:nvPr/>
        </p:nvSpPr>
        <p:spPr>
          <a:xfrm>
            <a:off x="2498450" y="3965929"/>
            <a:ext cx="4079700" cy="248100"/>
          </a:xfrm>
          <a:prstGeom prst="chevron">
            <a:avLst>
              <a:gd fmla="val 50000" name="adj"/>
            </a:avLst>
          </a:prstGeom>
          <a:solidFill>
            <a:srgbClr val="C9DAF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1C4587"/>
                </a:solidFill>
                <a:latin typeface="Inter"/>
                <a:ea typeface="Inter"/>
                <a:cs typeface="Inter"/>
                <a:sym typeface="Inter"/>
              </a:rPr>
              <a:t>   AE</a:t>
            </a:r>
            <a:endParaRPr b="1">
              <a:solidFill>
                <a:srgbClr val="1C4587"/>
              </a:solidFill>
              <a:latin typeface="Inter"/>
              <a:ea typeface="Inter"/>
              <a:cs typeface="Inter"/>
              <a:sym typeface="Inter"/>
            </a:endParaRPr>
          </a:p>
        </p:txBody>
      </p:sp>
      <p:pic>
        <p:nvPicPr>
          <p:cNvPr id="142" name="Google Shape;142;p27"/>
          <p:cNvPicPr preferRelativeResize="0"/>
          <p:nvPr/>
        </p:nvPicPr>
        <p:blipFill>
          <a:blip r:embed="rId4">
            <a:alphaModFix/>
          </a:blip>
          <a:stretch>
            <a:fillRect/>
          </a:stretch>
        </p:blipFill>
        <p:spPr>
          <a:xfrm>
            <a:off x="3345450" y="3976724"/>
            <a:ext cx="184575" cy="215161"/>
          </a:xfrm>
          <a:prstGeom prst="rect">
            <a:avLst/>
          </a:prstGeom>
          <a:noFill/>
          <a:ln>
            <a:noFill/>
          </a:ln>
        </p:spPr>
      </p:pic>
      <p:sp>
        <p:nvSpPr>
          <p:cNvPr id="143" name="Google Shape;143;p27"/>
          <p:cNvSpPr/>
          <p:nvPr/>
        </p:nvSpPr>
        <p:spPr>
          <a:xfrm>
            <a:off x="6725625" y="3965929"/>
            <a:ext cx="2367000" cy="248100"/>
          </a:xfrm>
          <a:prstGeom prst="chevron">
            <a:avLst>
              <a:gd fmla="val 50000" name="adj"/>
            </a:avLst>
          </a:prstGeom>
          <a:solidFill>
            <a:srgbClr val="D9EAD3"/>
          </a:solidFill>
          <a:ln cap="flat" cmpd="sng" w="2857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274E13"/>
                </a:solidFill>
                <a:latin typeface="Inter"/>
                <a:ea typeface="Inter"/>
                <a:cs typeface="Inter"/>
                <a:sym typeface="Inter"/>
              </a:rPr>
              <a:t>          BA</a:t>
            </a:r>
            <a:endParaRPr b="1">
              <a:solidFill>
                <a:srgbClr val="274E13"/>
              </a:solidFill>
              <a:latin typeface="Inter"/>
              <a:ea typeface="Inter"/>
              <a:cs typeface="Inter"/>
              <a:sym typeface="Inter"/>
            </a:endParaRPr>
          </a:p>
        </p:txBody>
      </p:sp>
      <p:pic>
        <p:nvPicPr>
          <p:cNvPr id="144" name="Google Shape;144;p27"/>
          <p:cNvPicPr preferRelativeResize="0"/>
          <p:nvPr/>
        </p:nvPicPr>
        <p:blipFill>
          <a:blip r:embed="rId5">
            <a:alphaModFix/>
          </a:blip>
          <a:stretch>
            <a:fillRect/>
          </a:stretch>
        </p:blipFill>
        <p:spPr>
          <a:xfrm>
            <a:off x="7052751" y="3994882"/>
            <a:ext cx="184575" cy="184575"/>
          </a:xfrm>
          <a:prstGeom prst="rect">
            <a:avLst/>
          </a:prstGeom>
          <a:noFill/>
          <a:ln>
            <a:noFill/>
          </a:ln>
        </p:spPr>
      </p:pic>
      <p:sp>
        <p:nvSpPr>
          <p:cNvPr id="145" name="Google Shape;145;p27"/>
          <p:cNvSpPr/>
          <p:nvPr/>
        </p:nvSpPr>
        <p:spPr>
          <a:xfrm>
            <a:off x="96225" y="3965929"/>
            <a:ext cx="2284200" cy="248100"/>
          </a:xfrm>
          <a:prstGeom prst="chevron">
            <a:avLst>
              <a:gd fmla="val 50000"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00FF"/>
                </a:solidFill>
                <a:latin typeface="Inter"/>
                <a:ea typeface="Inter"/>
                <a:cs typeface="Inter"/>
                <a:sym typeface="Inter"/>
              </a:rPr>
              <a:t>            D.Ops</a:t>
            </a:r>
            <a:endParaRPr b="1">
              <a:solidFill>
                <a:srgbClr val="FF00FF"/>
              </a:solidFill>
              <a:latin typeface="Inter"/>
              <a:ea typeface="Inter"/>
              <a:cs typeface="Inter"/>
              <a:sym typeface="Inter"/>
            </a:endParaRPr>
          </a:p>
        </p:txBody>
      </p:sp>
      <p:pic>
        <p:nvPicPr>
          <p:cNvPr id="146" name="Google Shape;146;p27"/>
          <p:cNvPicPr preferRelativeResize="0"/>
          <p:nvPr/>
        </p:nvPicPr>
        <p:blipFill>
          <a:blip r:embed="rId6">
            <a:alphaModFix/>
          </a:blip>
          <a:stretch>
            <a:fillRect/>
          </a:stretch>
        </p:blipFill>
        <p:spPr>
          <a:xfrm>
            <a:off x="505950" y="3971667"/>
            <a:ext cx="208975" cy="208950"/>
          </a:xfrm>
          <a:prstGeom prst="rect">
            <a:avLst/>
          </a:prstGeom>
          <a:noFill/>
          <a:ln>
            <a:noFill/>
          </a:ln>
        </p:spPr>
      </p:pic>
      <p:pic>
        <p:nvPicPr>
          <p:cNvPr id="147" name="Google Shape;147;p27"/>
          <p:cNvPicPr preferRelativeResize="0"/>
          <p:nvPr/>
        </p:nvPicPr>
        <p:blipFill>
          <a:blip r:embed="rId7">
            <a:alphaModFix/>
          </a:blip>
          <a:stretch>
            <a:fillRect/>
          </a:stretch>
        </p:blipFill>
        <p:spPr>
          <a:xfrm>
            <a:off x="3990290" y="4365325"/>
            <a:ext cx="208975" cy="208975"/>
          </a:xfrm>
          <a:prstGeom prst="rect">
            <a:avLst/>
          </a:prstGeom>
          <a:noFill/>
          <a:ln>
            <a:noFill/>
          </a:ln>
        </p:spPr>
      </p:pic>
      <p:pic>
        <p:nvPicPr>
          <p:cNvPr id="148" name="Google Shape;148;p27"/>
          <p:cNvPicPr preferRelativeResize="0"/>
          <p:nvPr/>
        </p:nvPicPr>
        <p:blipFill>
          <a:blip r:embed="rId8">
            <a:alphaModFix/>
          </a:blip>
          <a:stretch>
            <a:fillRect/>
          </a:stretch>
        </p:blipFill>
        <p:spPr>
          <a:xfrm>
            <a:off x="5641716" y="3644004"/>
            <a:ext cx="208975" cy="208975"/>
          </a:xfrm>
          <a:prstGeom prst="rect">
            <a:avLst/>
          </a:prstGeom>
          <a:noFill/>
          <a:ln>
            <a:noFill/>
          </a:ln>
        </p:spPr>
      </p:pic>
      <p:sp>
        <p:nvSpPr>
          <p:cNvPr id="149" name="Google Shape;149;p27"/>
          <p:cNvSpPr/>
          <p:nvPr/>
        </p:nvSpPr>
        <p:spPr>
          <a:xfrm>
            <a:off x="3260475" y="1056021"/>
            <a:ext cx="2444100" cy="1165500"/>
          </a:xfrm>
          <a:prstGeom prst="round2SameRect">
            <a:avLst>
              <a:gd fmla="val 3116" name="adj1"/>
              <a:gd fmla="val 0" name="adj2"/>
            </a:avLst>
          </a:prstGeom>
          <a:no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7"/>
          <p:cNvSpPr/>
          <p:nvPr/>
        </p:nvSpPr>
        <p:spPr>
          <a:xfrm>
            <a:off x="297700" y="1093321"/>
            <a:ext cx="1414200" cy="1119600"/>
          </a:xfrm>
          <a:prstGeom prst="round2SameRect">
            <a:avLst>
              <a:gd fmla="val 3116" name="adj1"/>
              <a:gd fmla="val 0" name="adj2"/>
            </a:avLst>
          </a:prstGeom>
          <a:no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7"/>
          <p:cNvSpPr/>
          <p:nvPr/>
        </p:nvSpPr>
        <p:spPr>
          <a:xfrm>
            <a:off x="297675" y="1083637"/>
            <a:ext cx="1414200" cy="252000"/>
          </a:xfrm>
          <a:prstGeom prst="round2SameRect">
            <a:avLst>
              <a:gd fmla="val 16667" name="adj1"/>
              <a:gd fmla="val 0" name="adj2"/>
            </a:avLst>
          </a:prstGeom>
          <a:solidFill>
            <a:srgbClr val="4D04C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Data sources</a:t>
            </a:r>
            <a:endParaRPr sz="1200">
              <a:solidFill>
                <a:schemeClr val="lt1"/>
              </a:solidFill>
              <a:latin typeface="Inter"/>
              <a:ea typeface="Inter"/>
              <a:cs typeface="Inter"/>
              <a:sym typeface="Inter"/>
            </a:endParaRPr>
          </a:p>
        </p:txBody>
      </p:sp>
      <p:sp>
        <p:nvSpPr>
          <p:cNvPr id="152" name="Google Shape;152;p27"/>
          <p:cNvSpPr/>
          <p:nvPr/>
        </p:nvSpPr>
        <p:spPr>
          <a:xfrm>
            <a:off x="366521" y="1118321"/>
            <a:ext cx="198000" cy="197400"/>
          </a:xfrm>
          <a:prstGeom prst="roundRect">
            <a:avLst>
              <a:gd fmla="val 16667" name="adj"/>
            </a:avLst>
          </a:prstGeom>
          <a:solidFill>
            <a:schemeClr val="lt1"/>
          </a:solid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27"/>
          <p:cNvPicPr preferRelativeResize="0"/>
          <p:nvPr/>
        </p:nvPicPr>
        <p:blipFill>
          <a:blip r:embed="rId9">
            <a:alphaModFix/>
          </a:blip>
          <a:stretch>
            <a:fillRect/>
          </a:stretch>
        </p:blipFill>
        <p:spPr>
          <a:xfrm>
            <a:off x="371670" y="1117836"/>
            <a:ext cx="182769" cy="182321"/>
          </a:xfrm>
          <a:prstGeom prst="rect">
            <a:avLst/>
          </a:prstGeom>
          <a:noFill/>
          <a:ln>
            <a:noFill/>
          </a:ln>
          <a:effectLst>
            <a:outerShdw blurRad="57150" rotWithShape="0" algn="bl" dir="5400000" dist="19050">
              <a:srgbClr val="000000">
                <a:alpha val="50000"/>
              </a:srgbClr>
            </a:outerShdw>
          </a:effectLst>
        </p:spPr>
      </p:pic>
      <p:sp>
        <p:nvSpPr>
          <p:cNvPr id="154" name="Google Shape;154;p27"/>
          <p:cNvSpPr/>
          <p:nvPr/>
        </p:nvSpPr>
        <p:spPr>
          <a:xfrm>
            <a:off x="1779075" y="1703624"/>
            <a:ext cx="1414200" cy="252000"/>
          </a:xfrm>
          <a:prstGeom prst="homePlate">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5" name="Google Shape;155;p27"/>
          <p:cNvCxnSpPr/>
          <p:nvPr/>
        </p:nvCxnSpPr>
        <p:spPr>
          <a:xfrm rot="10800000">
            <a:off x="2423175" y="1803224"/>
            <a:ext cx="3300" cy="224700"/>
          </a:xfrm>
          <a:prstGeom prst="straightConnector1">
            <a:avLst/>
          </a:prstGeom>
          <a:noFill/>
          <a:ln cap="flat" cmpd="sng" w="28575">
            <a:solidFill>
              <a:srgbClr val="FF0000"/>
            </a:solidFill>
            <a:prstDash val="solid"/>
            <a:round/>
            <a:headEnd len="med" w="med" type="none"/>
            <a:tailEnd len="med" w="med" type="none"/>
          </a:ln>
        </p:spPr>
      </p:cxnSp>
      <p:sp>
        <p:nvSpPr>
          <p:cNvPr id="156" name="Google Shape;156;p27"/>
          <p:cNvSpPr/>
          <p:nvPr/>
        </p:nvSpPr>
        <p:spPr>
          <a:xfrm>
            <a:off x="5817068" y="1880262"/>
            <a:ext cx="1414200" cy="2520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 name="Google Shape;157;p27"/>
          <p:cNvCxnSpPr>
            <a:stCxn id="158" idx="0"/>
            <a:endCxn id="156" idx="2"/>
          </p:cNvCxnSpPr>
          <p:nvPr/>
        </p:nvCxnSpPr>
        <p:spPr>
          <a:xfrm rot="10800000">
            <a:off x="6461020" y="2132362"/>
            <a:ext cx="1800" cy="185400"/>
          </a:xfrm>
          <a:prstGeom prst="straightConnector1">
            <a:avLst/>
          </a:prstGeom>
          <a:noFill/>
          <a:ln cap="flat" cmpd="sng" w="28575">
            <a:solidFill>
              <a:schemeClr val="accent4"/>
            </a:solidFill>
            <a:prstDash val="solid"/>
            <a:round/>
            <a:headEnd len="med" w="med" type="none"/>
            <a:tailEnd len="med" w="med" type="none"/>
          </a:ln>
        </p:spPr>
      </p:cxnSp>
      <p:sp>
        <p:nvSpPr>
          <p:cNvPr id="158" name="Google Shape;158;p27"/>
          <p:cNvSpPr/>
          <p:nvPr/>
        </p:nvSpPr>
        <p:spPr>
          <a:xfrm>
            <a:off x="5905870" y="2317762"/>
            <a:ext cx="1113900" cy="25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chemeClr val="accent4"/>
                </a:solidFill>
                <a:latin typeface="Inter SemiBold"/>
                <a:ea typeface="Inter SemiBold"/>
                <a:cs typeface="Inter SemiBold"/>
                <a:sym typeface="Inter SemiBold"/>
              </a:rPr>
              <a:t>         Analyse</a:t>
            </a:r>
            <a:endParaRPr i="1" sz="1000">
              <a:solidFill>
                <a:schemeClr val="accent4"/>
              </a:solidFill>
              <a:latin typeface="Inter SemiBold"/>
              <a:ea typeface="Inter SemiBold"/>
              <a:cs typeface="Inter SemiBold"/>
              <a:sym typeface="Inter SemiBold"/>
            </a:endParaRPr>
          </a:p>
        </p:txBody>
      </p:sp>
      <p:sp>
        <p:nvSpPr>
          <p:cNvPr id="159" name="Google Shape;159;p27"/>
          <p:cNvSpPr/>
          <p:nvPr/>
        </p:nvSpPr>
        <p:spPr>
          <a:xfrm>
            <a:off x="5904520" y="2317389"/>
            <a:ext cx="270000" cy="2520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7"/>
          <p:cNvSpPr/>
          <p:nvPr/>
        </p:nvSpPr>
        <p:spPr>
          <a:xfrm>
            <a:off x="5817068" y="1575462"/>
            <a:ext cx="1414200" cy="252000"/>
          </a:xfrm>
          <a:prstGeom prst="homePlate">
            <a:avLst>
              <a:gd fmla="val 50000"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 name="Google Shape;161;p27"/>
          <p:cNvCxnSpPr/>
          <p:nvPr/>
        </p:nvCxnSpPr>
        <p:spPr>
          <a:xfrm flipH="1" rot="10800000">
            <a:off x="6461168" y="1478262"/>
            <a:ext cx="3300" cy="97200"/>
          </a:xfrm>
          <a:prstGeom prst="straightConnector1">
            <a:avLst/>
          </a:prstGeom>
          <a:noFill/>
          <a:ln cap="flat" cmpd="sng" w="28575">
            <a:solidFill>
              <a:srgbClr val="E7C60E"/>
            </a:solidFill>
            <a:prstDash val="solid"/>
            <a:round/>
            <a:headEnd len="med" w="med" type="none"/>
            <a:tailEnd len="med" w="med" type="none"/>
          </a:ln>
        </p:spPr>
      </p:cxnSp>
      <p:sp>
        <p:nvSpPr>
          <p:cNvPr id="162" name="Google Shape;162;p27"/>
          <p:cNvSpPr/>
          <p:nvPr/>
        </p:nvSpPr>
        <p:spPr>
          <a:xfrm>
            <a:off x="749600" y="2830996"/>
            <a:ext cx="6963300" cy="288600"/>
          </a:xfrm>
          <a:prstGeom prst="leftRightArrow">
            <a:avLst>
              <a:gd fmla="val 76182"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Orchestrate</a:t>
            </a:r>
            <a:endParaRPr sz="1200">
              <a:solidFill>
                <a:schemeClr val="lt1"/>
              </a:solidFill>
              <a:latin typeface="Inter"/>
              <a:ea typeface="Inter"/>
              <a:cs typeface="Inter"/>
              <a:sym typeface="Inter"/>
            </a:endParaRPr>
          </a:p>
        </p:txBody>
      </p:sp>
      <p:sp>
        <p:nvSpPr>
          <p:cNvPr id="163" name="Google Shape;163;p27"/>
          <p:cNvSpPr/>
          <p:nvPr/>
        </p:nvSpPr>
        <p:spPr>
          <a:xfrm flipH="1">
            <a:off x="2520050" y="3123075"/>
            <a:ext cx="3422400" cy="224700"/>
          </a:xfrm>
          <a:prstGeom prst="snip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Documentation</a:t>
            </a:r>
            <a:endParaRPr sz="1200">
              <a:solidFill>
                <a:schemeClr val="lt1"/>
              </a:solidFill>
              <a:latin typeface="Inter"/>
              <a:ea typeface="Inter"/>
              <a:cs typeface="Inter"/>
              <a:sym typeface="Inter"/>
            </a:endParaRPr>
          </a:p>
        </p:txBody>
      </p:sp>
      <p:pic>
        <p:nvPicPr>
          <p:cNvPr id="164" name="Google Shape;164;p27"/>
          <p:cNvPicPr preferRelativeResize="0"/>
          <p:nvPr/>
        </p:nvPicPr>
        <p:blipFill>
          <a:blip r:embed="rId10">
            <a:alphaModFix/>
          </a:blip>
          <a:stretch>
            <a:fillRect/>
          </a:stretch>
        </p:blipFill>
        <p:spPr>
          <a:xfrm>
            <a:off x="5959821" y="2365414"/>
            <a:ext cx="158150" cy="158150"/>
          </a:xfrm>
          <a:prstGeom prst="rect">
            <a:avLst/>
          </a:prstGeom>
          <a:noFill/>
          <a:ln>
            <a:noFill/>
          </a:ln>
        </p:spPr>
      </p:pic>
      <p:sp>
        <p:nvSpPr>
          <p:cNvPr id="165" name="Google Shape;165;p27"/>
          <p:cNvSpPr/>
          <p:nvPr/>
        </p:nvSpPr>
        <p:spPr>
          <a:xfrm>
            <a:off x="5871650" y="1236043"/>
            <a:ext cx="1113900" cy="252000"/>
          </a:xfrm>
          <a:prstGeom prst="roundRect">
            <a:avLst>
              <a:gd fmla="val 16667" name="adj"/>
            </a:avLst>
          </a:prstGeom>
          <a:noFill/>
          <a:ln cap="flat" cmpd="sng" w="19050">
            <a:solidFill>
              <a:srgbClr val="E7C60E"/>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rgbClr val="F1C232"/>
                </a:solidFill>
                <a:latin typeface="Inter SemiBold"/>
                <a:ea typeface="Inter SemiBold"/>
                <a:cs typeface="Inter SemiBold"/>
                <a:sym typeface="Inter SemiBold"/>
              </a:rPr>
              <a:t>          Activate</a:t>
            </a:r>
            <a:endParaRPr i="1" sz="1000">
              <a:solidFill>
                <a:srgbClr val="F1C232"/>
              </a:solidFill>
              <a:latin typeface="Inter SemiBold"/>
              <a:ea typeface="Inter SemiBold"/>
              <a:cs typeface="Inter SemiBold"/>
              <a:sym typeface="Inter SemiBold"/>
            </a:endParaRPr>
          </a:p>
        </p:txBody>
      </p:sp>
      <p:sp>
        <p:nvSpPr>
          <p:cNvPr id="166" name="Google Shape;166;p27"/>
          <p:cNvSpPr/>
          <p:nvPr/>
        </p:nvSpPr>
        <p:spPr>
          <a:xfrm>
            <a:off x="5858625" y="1226521"/>
            <a:ext cx="288600" cy="270000"/>
          </a:xfrm>
          <a:prstGeom prst="roundRect">
            <a:avLst>
              <a:gd fmla="val 16667"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 name="Google Shape;167;p27"/>
          <p:cNvPicPr preferRelativeResize="0"/>
          <p:nvPr/>
        </p:nvPicPr>
        <p:blipFill>
          <a:blip r:embed="rId11">
            <a:alphaModFix/>
          </a:blip>
          <a:stretch>
            <a:fillRect/>
          </a:stretch>
        </p:blipFill>
        <p:spPr>
          <a:xfrm>
            <a:off x="5880456" y="1264743"/>
            <a:ext cx="204864" cy="178931"/>
          </a:xfrm>
          <a:prstGeom prst="rect">
            <a:avLst/>
          </a:prstGeom>
          <a:noFill/>
          <a:ln>
            <a:noFill/>
          </a:ln>
        </p:spPr>
      </p:pic>
      <p:sp>
        <p:nvSpPr>
          <p:cNvPr id="168" name="Google Shape;168;p27"/>
          <p:cNvSpPr/>
          <p:nvPr/>
        </p:nvSpPr>
        <p:spPr>
          <a:xfrm>
            <a:off x="3401200" y="1703625"/>
            <a:ext cx="2248200" cy="252000"/>
          </a:xfrm>
          <a:prstGeom prst="homePlate">
            <a:avLst>
              <a:gd fmla="val 50000"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27"/>
          <p:cNvCxnSpPr/>
          <p:nvPr/>
        </p:nvCxnSpPr>
        <p:spPr>
          <a:xfrm rot="10800000">
            <a:off x="4368502" y="1818037"/>
            <a:ext cx="3300" cy="224700"/>
          </a:xfrm>
          <a:prstGeom prst="straightConnector1">
            <a:avLst/>
          </a:prstGeom>
          <a:noFill/>
          <a:ln cap="flat" cmpd="sng" w="28575">
            <a:solidFill>
              <a:srgbClr val="4A86E8"/>
            </a:solidFill>
            <a:prstDash val="solid"/>
            <a:round/>
            <a:headEnd len="med" w="med" type="none"/>
            <a:tailEnd len="med" w="med" type="none"/>
          </a:ln>
        </p:spPr>
      </p:cxnSp>
      <p:sp>
        <p:nvSpPr>
          <p:cNvPr id="170" name="Google Shape;170;p27"/>
          <p:cNvSpPr/>
          <p:nvPr/>
        </p:nvSpPr>
        <p:spPr>
          <a:xfrm>
            <a:off x="3813200" y="2042725"/>
            <a:ext cx="1113900" cy="756000"/>
          </a:xfrm>
          <a:prstGeom prst="roundRect">
            <a:avLst>
              <a:gd fmla="val 7231"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171" name="Google Shape;171;p27"/>
          <p:cNvSpPr/>
          <p:nvPr/>
        </p:nvSpPr>
        <p:spPr>
          <a:xfrm>
            <a:off x="3814852" y="2042737"/>
            <a:ext cx="1113900" cy="252000"/>
          </a:xfrm>
          <a:prstGeom prst="roundRect">
            <a:avLst>
              <a:gd fmla="val 16667"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a:t>
            </a:r>
            <a:r>
              <a:rPr i="1" lang="en-GB" sz="1000">
                <a:solidFill>
                  <a:srgbClr val="4A86E8"/>
                </a:solidFill>
                <a:latin typeface="Inter SemiBold"/>
                <a:ea typeface="Inter SemiBold"/>
                <a:cs typeface="Inter SemiBold"/>
                <a:sym typeface="Inter SemiBold"/>
              </a:rPr>
              <a:t>Transform</a:t>
            </a:r>
            <a:endParaRPr i="1" sz="1000">
              <a:solidFill>
                <a:srgbClr val="4A86E8"/>
              </a:solidFill>
              <a:latin typeface="Inter SemiBold"/>
              <a:ea typeface="Inter SemiBold"/>
              <a:cs typeface="Inter SemiBold"/>
              <a:sym typeface="Inter SemiBold"/>
            </a:endParaRPr>
          </a:p>
        </p:txBody>
      </p:sp>
      <p:sp>
        <p:nvSpPr>
          <p:cNvPr id="172" name="Google Shape;172;p27"/>
          <p:cNvSpPr/>
          <p:nvPr/>
        </p:nvSpPr>
        <p:spPr>
          <a:xfrm>
            <a:off x="3801825" y="2042896"/>
            <a:ext cx="299100" cy="252000"/>
          </a:xfrm>
          <a:prstGeom prst="roundRect">
            <a:avLst>
              <a:gd fmla="val 16667"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 name="Google Shape;173;p27"/>
          <p:cNvPicPr preferRelativeResize="0"/>
          <p:nvPr/>
        </p:nvPicPr>
        <p:blipFill rotWithShape="1">
          <a:blip r:embed="rId12">
            <a:alphaModFix/>
          </a:blip>
          <a:srcRect b="8975" l="13504" r="12174" t="11108"/>
          <a:stretch/>
        </p:blipFill>
        <p:spPr>
          <a:xfrm>
            <a:off x="3871008" y="2095695"/>
            <a:ext cx="158150" cy="170071"/>
          </a:xfrm>
          <a:prstGeom prst="rect">
            <a:avLst/>
          </a:prstGeom>
          <a:noFill/>
          <a:ln>
            <a:noFill/>
          </a:ln>
        </p:spPr>
      </p:pic>
      <p:sp>
        <p:nvSpPr>
          <p:cNvPr id="174" name="Google Shape;174;p27"/>
          <p:cNvSpPr/>
          <p:nvPr/>
        </p:nvSpPr>
        <p:spPr>
          <a:xfrm>
            <a:off x="7375275" y="1889946"/>
            <a:ext cx="1414200" cy="756000"/>
          </a:xfrm>
          <a:prstGeom prst="round2SameRect">
            <a:avLst>
              <a:gd fmla="val 5563" name="adj1"/>
              <a:gd fmla="val 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7"/>
          <p:cNvSpPr/>
          <p:nvPr/>
        </p:nvSpPr>
        <p:spPr>
          <a:xfrm>
            <a:off x="7375250" y="1880262"/>
            <a:ext cx="1414200" cy="270000"/>
          </a:xfrm>
          <a:prstGeom prst="round2Same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BI</a:t>
            </a:r>
            <a:endParaRPr sz="1100">
              <a:solidFill>
                <a:schemeClr val="lt1"/>
              </a:solidFill>
              <a:latin typeface="Inter"/>
              <a:ea typeface="Inter"/>
              <a:cs typeface="Inter"/>
              <a:sym typeface="Inter"/>
            </a:endParaRPr>
          </a:p>
        </p:txBody>
      </p:sp>
      <p:sp>
        <p:nvSpPr>
          <p:cNvPr id="176" name="Google Shape;176;p27"/>
          <p:cNvSpPr/>
          <p:nvPr/>
        </p:nvSpPr>
        <p:spPr>
          <a:xfrm>
            <a:off x="7543740" y="1922724"/>
            <a:ext cx="209100" cy="1854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177" name="Google Shape;177;p27"/>
          <p:cNvPicPr preferRelativeResize="0"/>
          <p:nvPr/>
        </p:nvPicPr>
        <p:blipFill>
          <a:blip r:embed="rId13">
            <a:alphaModFix/>
          </a:blip>
          <a:stretch>
            <a:fillRect/>
          </a:stretch>
        </p:blipFill>
        <p:spPr>
          <a:xfrm>
            <a:off x="7543733" y="1950840"/>
            <a:ext cx="203365" cy="134433"/>
          </a:xfrm>
          <a:prstGeom prst="rect">
            <a:avLst/>
          </a:prstGeom>
          <a:noFill/>
          <a:ln>
            <a:noFill/>
          </a:ln>
        </p:spPr>
      </p:pic>
      <p:sp>
        <p:nvSpPr>
          <p:cNvPr id="178" name="Google Shape;178;p27"/>
          <p:cNvSpPr/>
          <p:nvPr/>
        </p:nvSpPr>
        <p:spPr>
          <a:xfrm>
            <a:off x="7375275" y="1154696"/>
            <a:ext cx="1414200" cy="663600"/>
          </a:xfrm>
          <a:prstGeom prst="round2SameRect">
            <a:avLst>
              <a:gd fmla="val 5563" name="adj1"/>
              <a:gd fmla="val 0" name="adj2"/>
            </a:avLst>
          </a:prstGeom>
          <a:noFill/>
          <a:ln cap="flat" cmpd="sng" w="9525">
            <a:solidFill>
              <a:srgbClr val="E7C6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p:nvPr/>
        </p:nvSpPr>
        <p:spPr>
          <a:xfrm>
            <a:off x="7375275" y="1154693"/>
            <a:ext cx="1414200" cy="270000"/>
          </a:xfrm>
          <a:prstGeom prst="round2SameRect">
            <a:avLst>
              <a:gd fmla="val 16667" name="adj1"/>
              <a:gd fmla="val 0" name="adj2"/>
            </a:avLst>
          </a:prstGeom>
          <a:solidFill>
            <a:srgbClr val="E7C60E"/>
          </a:solidFill>
          <a:ln>
            <a:noFill/>
          </a:ln>
        </p:spPr>
        <p:txBody>
          <a:bodyPr anchorCtr="0" anchor="ctr" bIns="91425" lIns="91425" spcFirstLastPara="1" rIns="0" wrap="square" tIns="91425">
            <a:noAutofit/>
          </a:bodyPr>
          <a:lstStyle/>
          <a:p>
            <a:pPr indent="0" lvl="0" marL="0" rtl="0" algn="l">
              <a:spcBef>
                <a:spcPts val="0"/>
              </a:spcBef>
              <a:spcAft>
                <a:spcPts val="0"/>
              </a:spcAft>
              <a:buNone/>
            </a:pPr>
            <a:r>
              <a:rPr lang="en-GB" sz="1100">
                <a:solidFill>
                  <a:schemeClr val="lt1"/>
                </a:solidFill>
                <a:latin typeface="Inter"/>
                <a:ea typeface="Inter"/>
                <a:cs typeface="Inter"/>
                <a:sym typeface="Inter"/>
              </a:rPr>
              <a:t>        Reverse ELT</a:t>
            </a:r>
            <a:endParaRPr sz="1100">
              <a:solidFill>
                <a:schemeClr val="lt1"/>
              </a:solidFill>
              <a:latin typeface="Inter"/>
              <a:ea typeface="Inter"/>
              <a:cs typeface="Inter"/>
              <a:sym typeface="Inter"/>
            </a:endParaRPr>
          </a:p>
        </p:txBody>
      </p:sp>
      <p:sp>
        <p:nvSpPr>
          <p:cNvPr id="180" name="Google Shape;180;p27"/>
          <p:cNvSpPr/>
          <p:nvPr/>
        </p:nvSpPr>
        <p:spPr>
          <a:xfrm>
            <a:off x="7531639" y="1167985"/>
            <a:ext cx="209100" cy="2463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181" name="Google Shape;181;p27"/>
          <p:cNvPicPr preferRelativeResize="0"/>
          <p:nvPr/>
        </p:nvPicPr>
        <p:blipFill>
          <a:blip r:embed="rId14">
            <a:alphaModFix/>
          </a:blip>
          <a:stretch>
            <a:fillRect/>
          </a:stretch>
        </p:blipFill>
        <p:spPr>
          <a:xfrm>
            <a:off x="7535245" y="1175428"/>
            <a:ext cx="197445" cy="233334"/>
          </a:xfrm>
          <a:prstGeom prst="rect">
            <a:avLst/>
          </a:prstGeom>
          <a:noFill/>
          <a:ln cap="flat" cmpd="sng" w="9525">
            <a:solidFill>
              <a:srgbClr val="E7C60E"/>
            </a:solidFill>
            <a:prstDash val="solid"/>
            <a:round/>
            <a:headEnd len="sm" w="sm" type="none"/>
            <a:tailEnd len="sm" w="sm" type="none"/>
          </a:ln>
        </p:spPr>
      </p:pic>
      <p:sp>
        <p:nvSpPr>
          <p:cNvPr id="182" name="Google Shape;182;p27"/>
          <p:cNvSpPr/>
          <p:nvPr/>
        </p:nvSpPr>
        <p:spPr>
          <a:xfrm>
            <a:off x="3260450" y="1055571"/>
            <a:ext cx="2444100" cy="270000"/>
          </a:xfrm>
          <a:prstGeom prst="round2SameRect">
            <a:avLst>
              <a:gd fmla="val 16667" name="adj1"/>
              <a:gd fmla="val 0" name="adj2"/>
            </a:avLst>
          </a:prstGeom>
          <a:solidFill>
            <a:srgbClr val="00E9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Data platform</a:t>
            </a:r>
            <a:endParaRPr i="1" sz="1100">
              <a:solidFill>
                <a:schemeClr val="lt1"/>
              </a:solidFill>
              <a:latin typeface="Inter"/>
              <a:ea typeface="Inter"/>
              <a:cs typeface="Inter"/>
              <a:sym typeface="Inter"/>
            </a:endParaRPr>
          </a:p>
        </p:txBody>
      </p:sp>
      <p:sp>
        <p:nvSpPr>
          <p:cNvPr id="183" name="Google Shape;183;p27"/>
          <p:cNvSpPr/>
          <p:nvPr/>
        </p:nvSpPr>
        <p:spPr>
          <a:xfrm>
            <a:off x="3392575" y="1081989"/>
            <a:ext cx="246300" cy="222600"/>
          </a:xfrm>
          <a:prstGeom prst="roundRect">
            <a:avLst>
              <a:gd fmla="val 16667" name="adj"/>
            </a:avLst>
          </a:prstGeom>
          <a:solidFill>
            <a:schemeClr val="lt1"/>
          </a:solid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4" name="Google Shape;184;p27"/>
          <p:cNvPicPr preferRelativeResize="0"/>
          <p:nvPr/>
        </p:nvPicPr>
        <p:blipFill>
          <a:blip r:embed="rId15">
            <a:alphaModFix/>
          </a:blip>
          <a:stretch>
            <a:fillRect/>
          </a:stretch>
        </p:blipFill>
        <p:spPr>
          <a:xfrm>
            <a:off x="3401195" y="1079874"/>
            <a:ext cx="232521" cy="210757"/>
          </a:xfrm>
          <a:prstGeom prst="rect">
            <a:avLst/>
          </a:prstGeom>
          <a:noFill/>
          <a:ln>
            <a:noFill/>
          </a:ln>
        </p:spPr>
      </p:pic>
      <p:sp>
        <p:nvSpPr>
          <p:cNvPr id="185" name="Google Shape;185;p27"/>
          <p:cNvSpPr/>
          <p:nvPr/>
        </p:nvSpPr>
        <p:spPr>
          <a:xfrm>
            <a:off x="1832000" y="2042725"/>
            <a:ext cx="1113900" cy="756000"/>
          </a:xfrm>
          <a:prstGeom prst="roundRect">
            <a:avLst>
              <a:gd fmla="val 7231"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186" name="Google Shape;186;p27"/>
          <p:cNvSpPr/>
          <p:nvPr/>
        </p:nvSpPr>
        <p:spPr>
          <a:xfrm>
            <a:off x="1833652" y="2042737"/>
            <a:ext cx="1113900" cy="2520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000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E&amp;L</a:t>
            </a:r>
            <a:endParaRPr i="1" sz="1000">
              <a:solidFill>
                <a:srgbClr val="FF0000"/>
              </a:solidFill>
              <a:latin typeface="Inter SemiBold"/>
              <a:ea typeface="Inter SemiBold"/>
              <a:cs typeface="Inter SemiBold"/>
              <a:sym typeface="Inter SemiBold"/>
            </a:endParaRPr>
          </a:p>
        </p:txBody>
      </p:sp>
      <p:sp>
        <p:nvSpPr>
          <p:cNvPr id="187" name="Google Shape;187;p27"/>
          <p:cNvSpPr/>
          <p:nvPr/>
        </p:nvSpPr>
        <p:spPr>
          <a:xfrm>
            <a:off x="1820625" y="2042887"/>
            <a:ext cx="342000" cy="252000"/>
          </a:xfrm>
          <a:prstGeom prst="roundRect">
            <a:avLst>
              <a:gd fmla="val 16667"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 name="Google Shape;188;p27"/>
          <p:cNvPicPr preferRelativeResize="0"/>
          <p:nvPr/>
        </p:nvPicPr>
        <p:blipFill rotWithShape="1">
          <a:blip r:embed="rId16">
            <a:alphaModFix/>
          </a:blip>
          <a:srcRect b="0" l="0" r="0" t="11731"/>
          <a:stretch/>
        </p:blipFill>
        <p:spPr>
          <a:xfrm rot="-5400000">
            <a:off x="1888477" y="2072773"/>
            <a:ext cx="224400" cy="197725"/>
          </a:xfrm>
          <a:prstGeom prst="rect">
            <a:avLst/>
          </a:prstGeom>
          <a:noFill/>
          <a:ln>
            <a:noFill/>
          </a:ln>
        </p:spPr>
      </p:pic>
      <p:cxnSp>
        <p:nvCxnSpPr>
          <p:cNvPr id="189" name="Google Shape;189;p27"/>
          <p:cNvCxnSpPr/>
          <p:nvPr/>
        </p:nvCxnSpPr>
        <p:spPr>
          <a:xfrm flipH="1" rot="10800000">
            <a:off x="205450" y="3479429"/>
            <a:ext cx="8435100" cy="6000"/>
          </a:xfrm>
          <a:prstGeom prst="straightConnector1">
            <a:avLst/>
          </a:prstGeom>
          <a:noFill/>
          <a:ln cap="flat" cmpd="sng" w="9525">
            <a:solidFill>
              <a:srgbClr val="4D04C4"/>
            </a:solidFill>
            <a:prstDash val="dash"/>
            <a:round/>
            <a:headEnd len="med" w="med" type="none"/>
            <a:tailEnd len="med" w="med" type="none"/>
          </a:ln>
        </p:spPr>
      </p:cxnSp>
      <p:sp>
        <p:nvSpPr>
          <p:cNvPr id="190" name="Google Shape;190;p27"/>
          <p:cNvSpPr/>
          <p:nvPr/>
        </p:nvSpPr>
        <p:spPr>
          <a:xfrm>
            <a:off x="375136" y="1394250"/>
            <a:ext cx="1253150" cy="756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3804125" y="1382129"/>
            <a:ext cx="1253150" cy="270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p:nvPr/>
        </p:nvSpPr>
        <p:spPr>
          <a:xfrm>
            <a:off x="3895926" y="2360597"/>
            <a:ext cx="920925" cy="364213"/>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1914725" y="2360600"/>
            <a:ext cx="956975"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p:nvPr/>
        </p:nvSpPr>
        <p:spPr>
          <a:xfrm>
            <a:off x="7422325" y="2208200"/>
            <a:ext cx="1308150"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7422325" y="1446200"/>
            <a:ext cx="1308150" cy="3216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a:off x="1975926" y="368036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197" name="Google Shape;197;p27"/>
          <p:cNvSpPr/>
          <p:nvPr/>
        </p:nvSpPr>
        <p:spPr>
          <a:xfrm>
            <a:off x="3231875" y="2895175"/>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p:nvPr/>
        </p:nvSpPr>
        <p:spPr>
          <a:xfrm>
            <a:off x="3242598" y="3173054"/>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7"/>
          <p:cNvSpPr/>
          <p:nvPr/>
        </p:nvSpPr>
        <p:spPr>
          <a:xfrm>
            <a:off x="909126" y="40036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200" name="Google Shape;200;p27"/>
          <p:cNvSpPr/>
          <p:nvPr/>
        </p:nvSpPr>
        <p:spPr>
          <a:xfrm>
            <a:off x="4194546" y="40036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201" name="Google Shape;201;p27"/>
          <p:cNvSpPr/>
          <p:nvPr/>
        </p:nvSpPr>
        <p:spPr>
          <a:xfrm>
            <a:off x="4282754" y="4378470"/>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202" name="Google Shape;202;p27"/>
          <p:cNvSpPr/>
          <p:nvPr/>
        </p:nvSpPr>
        <p:spPr>
          <a:xfrm>
            <a:off x="6256026" y="367393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203" name="Google Shape;203;p27"/>
          <p:cNvSpPr/>
          <p:nvPr/>
        </p:nvSpPr>
        <p:spPr>
          <a:xfrm>
            <a:off x="7676846" y="400334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204" name="Google Shape;204;p27"/>
          <p:cNvSpPr txBox="1"/>
          <p:nvPr>
            <p:ph type="title"/>
          </p:nvPr>
        </p:nvSpPr>
        <p:spPr>
          <a:xfrm>
            <a:off x="311700" y="181975"/>
            <a:ext cx="115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Circle</a:t>
            </a:r>
            <a:endParaRPr/>
          </a:p>
          <a:p>
            <a:pPr indent="0" lvl="0" marL="0" rtl="0" algn="l">
              <a:spcBef>
                <a:spcPts val="0"/>
              </a:spcBef>
              <a:spcAft>
                <a:spcPts val="0"/>
              </a:spcAft>
              <a:buNone/>
            </a:pPr>
            <a:r>
              <a:t/>
            </a:r>
            <a:endParaRPr/>
          </a:p>
        </p:txBody>
      </p:sp>
      <p:sp>
        <p:nvSpPr>
          <p:cNvPr id="205" name="Google Shape;205;p27"/>
          <p:cNvSpPr/>
          <p:nvPr/>
        </p:nvSpPr>
        <p:spPr>
          <a:xfrm>
            <a:off x="1406425" y="32950"/>
            <a:ext cx="7686300" cy="572700"/>
          </a:xfrm>
          <a:prstGeom prst="roundRect">
            <a:avLst>
              <a:gd fmla="val 16667" name="adj"/>
            </a:avLst>
          </a:prstGeom>
          <a:solidFill>
            <a:schemeClr val="lt2"/>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 name="Google Shape;206;p27"/>
          <p:cNvPicPr preferRelativeResize="0"/>
          <p:nvPr/>
        </p:nvPicPr>
        <p:blipFill rotWithShape="1">
          <a:blip r:embed="rId17">
            <a:alphaModFix/>
          </a:blip>
          <a:srcRect b="9070" l="9471" r="9446" t="12475"/>
          <a:stretch/>
        </p:blipFill>
        <p:spPr>
          <a:xfrm>
            <a:off x="2662037" y="141948"/>
            <a:ext cx="436623" cy="319925"/>
          </a:xfrm>
          <a:prstGeom prst="rect">
            <a:avLst/>
          </a:prstGeom>
          <a:noFill/>
          <a:ln>
            <a:noFill/>
          </a:ln>
        </p:spPr>
      </p:pic>
      <p:pic>
        <p:nvPicPr>
          <p:cNvPr id="207" name="Google Shape;207;p27"/>
          <p:cNvPicPr preferRelativeResize="0"/>
          <p:nvPr/>
        </p:nvPicPr>
        <p:blipFill rotWithShape="1">
          <a:blip r:embed="rId18">
            <a:alphaModFix/>
          </a:blip>
          <a:srcRect b="29903" l="0" r="0" t="0"/>
          <a:stretch/>
        </p:blipFill>
        <p:spPr>
          <a:xfrm>
            <a:off x="3927739" y="119810"/>
            <a:ext cx="436621" cy="364200"/>
          </a:xfrm>
          <a:prstGeom prst="rect">
            <a:avLst/>
          </a:prstGeom>
          <a:noFill/>
          <a:ln>
            <a:noFill/>
          </a:ln>
        </p:spPr>
      </p:pic>
      <p:pic>
        <p:nvPicPr>
          <p:cNvPr id="208" name="Google Shape;208;p27"/>
          <p:cNvPicPr preferRelativeResize="0"/>
          <p:nvPr/>
        </p:nvPicPr>
        <p:blipFill rotWithShape="1">
          <a:blip r:embed="rId19">
            <a:alphaModFix/>
          </a:blip>
          <a:srcRect b="23310" l="0" r="0" t="23177"/>
          <a:stretch/>
        </p:blipFill>
        <p:spPr>
          <a:xfrm>
            <a:off x="1980811" y="177860"/>
            <a:ext cx="463624" cy="248100"/>
          </a:xfrm>
          <a:prstGeom prst="rect">
            <a:avLst/>
          </a:prstGeom>
          <a:noFill/>
          <a:ln>
            <a:noFill/>
          </a:ln>
        </p:spPr>
      </p:pic>
      <p:pic>
        <p:nvPicPr>
          <p:cNvPr id="209" name="Google Shape;209;p27"/>
          <p:cNvPicPr preferRelativeResize="0"/>
          <p:nvPr/>
        </p:nvPicPr>
        <p:blipFill>
          <a:blip r:embed="rId20">
            <a:alphaModFix/>
          </a:blip>
          <a:stretch>
            <a:fillRect/>
          </a:stretch>
        </p:blipFill>
        <p:spPr>
          <a:xfrm>
            <a:off x="1464109" y="176167"/>
            <a:ext cx="299100" cy="299086"/>
          </a:xfrm>
          <a:prstGeom prst="rect">
            <a:avLst/>
          </a:prstGeom>
          <a:noFill/>
          <a:ln>
            <a:noFill/>
          </a:ln>
        </p:spPr>
      </p:pic>
      <p:pic>
        <p:nvPicPr>
          <p:cNvPr id="210" name="Google Shape;210;p27"/>
          <p:cNvPicPr preferRelativeResize="0"/>
          <p:nvPr/>
        </p:nvPicPr>
        <p:blipFill rotWithShape="1">
          <a:blip r:embed="rId21">
            <a:alphaModFix/>
          </a:blip>
          <a:srcRect b="3232" l="17003" r="19742" t="0"/>
          <a:stretch/>
        </p:blipFill>
        <p:spPr>
          <a:xfrm>
            <a:off x="4581962" y="142613"/>
            <a:ext cx="209101" cy="318594"/>
          </a:xfrm>
          <a:prstGeom prst="rect">
            <a:avLst/>
          </a:prstGeom>
          <a:noFill/>
          <a:ln>
            <a:noFill/>
          </a:ln>
        </p:spPr>
      </p:pic>
      <p:pic>
        <p:nvPicPr>
          <p:cNvPr id="211" name="Google Shape;211;p27"/>
          <p:cNvPicPr preferRelativeResize="0"/>
          <p:nvPr/>
        </p:nvPicPr>
        <p:blipFill>
          <a:blip r:embed="rId22">
            <a:alphaModFix/>
          </a:blip>
          <a:stretch>
            <a:fillRect/>
          </a:stretch>
        </p:blipFill>
        <p:spPr>
          <a:xfrm>
            <a:off x="7868373" y="1541178"/>
            <a:ext cx="920925" cy="164749"/>
          </a:xfrm>
          <a:prstGeom prst="rect">
            <a:avLst/>
          </a:prstGeom>
          <a:noFill/>
          <a:ln>
            <a:noFill/>
          </a:ln>
        </p:spPr>
      </p:pic>
      <p:pic>
        <p:nvPicPr>
          <p:cNvPr id="212" name="Google Shape;212;p27"/>
          <p:cNvPicPr preferRelativeResize="0"/>
          <p:nvPr/>
        </p:nvPicPr>
        <p:blipFill rotWithShape="1">
          <a:blip r:embed="rId19">
            <a:alphaModFix/>
          </a:blip>
          <a:srcRect b="23310" l="0" r="0" t="23177"/>
          <a:stretch/>
        </p:blipFill>
        <p:spPr>
          <a:xfrm>
            <a:off x="5568266" y="119810"/>
            <a:ext cx="680563" cy="364200"/>
          </a:xfrm>
          <a:prstGeom prst="rect">
            <a:avLst/>
          </a:prstGeom>
          <a:noFill/>
          <a:ln>
            <a:noFill/>
          </a:ln>
        </p:spPr>
      </p:pic>
      <p:pic>
        <p:nvPicPr>
          <p:cNvPr id="213" name="Google Shape;213;p27"/>
          <p:cNvPicPr preferRelativeResize="0"/>
          <p:nvPr/>
        </p:nvPicPr>
        <p:blipFill rotWithShape="1">
          <a:blip r:embed="rId19">
            <a:alphaModFix/>
          </a:blip>
          <a:srcRect b="23310" l="0" r="0" t="23177"/>
          <a:stretch/>
        </p:blipFill>
        <p:spPr>
          <a:xfrm>
            <a:off x="7928348" y="166910"/>
            <a:ext cx="504543" cy="270000"/>
          </a:xfrm>
          <a:prstGeom prst="rect">
            <a:avLst/>
          </a:prstGeom>
          <a:noFill/>
          <a:ln>
            <a:noFill/>
          </a:ln>
        </p:spPr>
      </p:pic>
      <p:pic>
        <p:nvPicPr>
          <p:cNvPr id="214" name="Google Shape;214;p27"/>
          <p:cNvPicPr preferRelativeResize="0"/>
          <p:nvPr/>
        </p:nvPicPr>
        <p:blipFill rotWithShape="1">
          <a:blip r:embed="rId17">
            <a:alphaModFix/>
          </a:blip>
          <a:srcRect b="9070" l="9471" r="9446" t="12475"/>
          <a:stretch/>
        </p:blipFill>
        <p:spPr>
          <a:xfrm>
            <a:off x="8650493" y="157611"/>
            <a:ext cx="393871" cy="288598"/>
          </a:xfrm>
          <a:prstGeom prst="rect">
            <a:avLst/>
          </a:prstGeom>
          <a:noFill/>
          <a:ln>
            <a:noFill/>
          </a:ln>
        </p:spPr>
      </p:pic>
      <p:pic>
        <p:nvPicPr>
          <p:cNvPr id="215" name="Google Shape;215;p27"/>
          <p:cNvPicPr preferRelativeResize="0"/>
          <p:nvPr/>
        </p:nvPicPr>
        <p:blipFill rotWithShape="1">
          <a:blip r:embed="rId23">
            <a:alphaModFix/>
          </a:blip>
          <a:srcRect b="14654" l="0" r="0" t="0"/>
          <a:stretch/>
        </p:blipFill>
        <p:spPr>
          <a:xfrm>
            <a:off x="5008664" y="155973"/>
            <a:ext cx="342000" cy="291873"/>
          </a:xfrm>
          <a:prstGeom prst="rect">
            <a:avLst/>
          </a:prstGeom>
          <a:noFill/>
          <a:ln>
            <a:noFill/>
          </a:ln>
        </p:spPr>
      </p:pic>
      <p:pic>
        <p:nvPicPr>
          <p:cNvPr id="216" name="Google Shape;216;p27"/>
          <p:cNvPicPr preferRelativeResize="0"/>
          <p:nvPr/>
        </p:nvPicPr>
        <p:blipFill rotWithShape="1">
          <a:blip r:embed="rId23">
            <a:alphaModFix/>
          </a:blip>
          <a:srcRect b="14654" l="0" r="0" t="0"/>
          <a:stretch/>
        </p:blipFill>
        <p:spPr>
          <a:xfrm>
            <a:off x="3316262" y="133836"/>
            <a:ext cx="393875" cy="336147"/>
          </a:xfrm>
          <a:prstGeom prst="rect">
            <a:avLst/>
          </a:prstGeom>
          <a:noFill/>
          <a:ln>
            <a:noFill/>
          </a:ln>
        </p:spPr>
      </p:pic>
      <p:pic>
        <p:nvPicPr>
          <p:cNvPr id="217" name="Google Shape;217;p27"/>
          <p:cNvPicPr preferRelativeResize="0"/>
          <p:nvPr/>
        </p:nvPicPr>
        <p:blipFill>
          <a:blip r:embed="rId20">
            <a:alphaModFix/>
          </a:blip>
          <a:stretch>
            <a:fillRect/>
          </a:stretch>
        </p:blipFill>
        <p:spPr>
          <a:xfrm>
            <a:off x="460896" y="1457454"/>
            <a:ext cx="299100" cy="299086"/>
          </a:xfrm>
          <a:prstGeom prst="rect">
            <a:avLst/>
          </a:prstGeom>
          <a:noFill/>
          <a:ln>
            <a:noFill/>
          </a:ln>
        </p:spPr>
      </p:pic>
      <p:pic>
        <p:nvPicPr>
          <p:cNvPr id="218" name="Google Shape;218;p27"/>
          <p:cNvPicPr preferRelativeResize="0"/>
          <p:nvPr/>
        </p:nvPicPr>
        <p:blipFill rotWithShape="1">
          <a:blip r:embed="rId19">
            <a:alphaModFix/>
          </a:blip>
          <a:srcRect b="23310" l="0" r="0" t="23177"/>
          <a:stretch/>
        </p:blipFill>
        <p:spPr>
          <a:xfrm>
            <a:off x="1037736" y="1482954"/>
            <a:ext cx="463624" cy="248100"/>
          </a:xfrm>
          <a:prstGeom prst="rect">
            <a:avLst/>
          </a:prstGeom>
          <a:noFill/>
          <a:ln>
            <a:noFill/>
          </a:ln>
        </p:spPr>
      </p:pic>
      <p:pic>
        <p:nvPicPr>
          <p:cNvPr id="219" name="Google Shape;219;p27"/>
          <p:cNvPicPr preferRelativeResize="0"/>
          <p:nvPr/>
        </p:nvPicPr>
        <p:blipFill rotWithShape="1">
          <a:blip r:embed="rId23">
            <a:alphaModFix/>
          </a:blip>
          <a:srcRect b="14654" l="0" r="0" t="0"/>
          <a:stretch/>
        </p:blipFill>
        <p:spPr>
          <a:xfrm>
            <a:off x="2015675" y="2394861"/>
            <a:ext cx="393875" cy="336147"/>
          </a:xfrm>
          <a:prstGeom prst="rect">
            <a:avLst/>
          </a:prstGeom>
          <a:noFill/>
          <a:ln>
            <a:noFill/>
          </a:ln>
        </p:spPr>
      </p:pic>
      <p:pic>
        <p:nvPicPr>
          <p:cNvPr id="220" name="Google Shape;220;p27"/>
          <p:cNvPicPr preferRelativeResize="0"/>
          <p:nvPr/>
        </p:nvPicPr>
        <p:blipFill>
          <a:blip r:embed="rId20">
            <a:alphaModFix/>
          </a:blip>
          <a:stretch>
            <a:fillRect/>
          </a:stretch>
        </p:blipFill>
        <p:spPr>
          <a:xfrm>
            <a:off x="2481384" y="2413317"/>
            <a:ext cx="299100" cy="299086"/>
          </a:xfrm>
          <a:prstGeom prst="rect">
            <a:avLst/>
          </a:prstGeom>
          <a:noFill/>
          <a:ln>
            <a:noFill/>
          </a:ln>
        </p:spPr>
      </p:pic>
      <p:pic>
        <p:nvPicPr>
          <p:cNvPr id="221" name="Google Shape;221;p27"/>
          <p:cNvPicPr preferRelativeResize="0"/>
          <p:nvPr/>
        </p:nvPicPr>
        <p:blipFill rotWithShape="1">
          <a:blip r:embed="rId21">
            <a:alphaModFix/>
          </a:blip>
          <a:srcRect b="3232" l="17003" r="19742" t="0"/>
          <a:stretch/>
        </p:blipFill>
        <p:spPr>
          <a:xfrm>
            <a:off x="564537" y="1818051"/>
            <a:ext cx="209101" cy="318594"/>
          </a:xfrm>
          <a:prstGeom prst="rect">
            <a:avLst/>
          </a:prstGeom>
          <a:noFill/>
          <a:ln>
            <a:noFill/>
          </a:ln>
        </p:spPr>
      </p:pic>
      <p:pic>
        <p:nvPicPr>
          <p:cNvPr id="222" name="Google Shape;222;p27"/>
          <p:cNvPicPr preferRelativeResize="0"/>
          <p:nvPr/>
        </p:nvPicPr>
        <p:blipFill rotWithShape="1">
          <a:blip r:embed="rId19">
            <a:alphaModFix/>
          </a:blip>
          <a:srcRect b="23310" l="0" r="0" t="23177"/>
          <a:stretch/>
        </p:blipFill>
        <p:spPr>
          <a:xfrm>
            <a:off x="4047829" y="2380772"/>
            <a:ext cx="680563" cy="364200"/>
          </a:xfrm>
          <a:prstGeom prst="rect">
            <a:avLst/>
          </a:prstGeom>
          <a:noFill/>
          <a:ln>
            <a:noFill/>
          </a:ln>
        </p:spPr>
      </p:pic>
      <p:pic>
        <p:nvPicPr>
          <p:cNvPr id="223" name="Google Shape;223;p27"/>
          <p:cNvPicPr preferRelativeResize="0"/>
          <p:nvPr/>
        </p:nvPicPr>
        <p:blipFill rotWithShape="1">
          <a:blip r:embed="rId19">
            <a:alphaModFix/>
          </a:blip>
          <a:srcRect b="23310" l="0" r="0" t="23177"/>
          <a:stretch/>
        </p:blipFill>
        <p:spPr>
          <a:xfrm>
            <a:off x="4098029" y="1301035"/>
            <a:ext cx="680563" cy="364200"/>
          </a:xfrm>
          <a:prstGeom prst="rect">
            <a:avLst/>
          </a:prstGeom>
          <a:noFill/>
          <a:ln>
            <a:noFill/>
          </a:ln>
        </p:spPr>
      </p:pic>
      <p:pic>
        <p:nvPicPr>
          <p:cNvPr id="224" name="Google Shape;224;p27"/>
          <p:cNvPicPr preferRelativeResize="0"/>
          <p:nvPr/>
        </p:nvPicPr>
        <p:blipFill rotWithShape="1">
          <a:blip r:embed="rId23">
            <a:alphaModFix/>
          </a:blip>
          <a:srcRect b="14654" l="0" r="0" t="0"/>
          <a:stretch/>
        </p:blipFill>
        <p:spPr>
          <a:xfrm>
            <a:off x="7477289" y="1498573"/>
            <a:ext cx="342000" cy="291873"/>
          </a:xfrm>
          <a:prstGeom prst="rect">
            <a:avLst/>
          </a:prstGeom>
          <a:noFill/>
          <a:ln>
            <a:noFill/>
          </a:ln>
        </p:spPr>
      </p:pic>
      <p:pic>
        <p:nvPicPr>
          <p:cNvPr id="225" name="Google Shape;225;p27"/>
          <p:cNvPicPr preferRelativeResize="0"/>
          <p:nvPr/>
        </p:nvPicPr>
        <p:blipFill rotWithShape="1">
          <a:blip r:embed="rId17">
            <a:alphaModFix/>
          </a:blip>
          <a:srcRect b="9070" l="9471" r="9446" t="12475"/>
          <a:stretch/>
        </p:blipFill>
        <p:spPr>
          <a:xfrm>
            <a:off x="7531662" y="2212198"/>
            <a:ext cx="436623" cy="319925"/>
          </a:xfrm>
          <a:prstGeom prst="rect">
            <a:avLst/>
          </a:prstGeom>
          <a:noFill/>
          <a:ln>
            <a:noFill/>
          </a:ln>
        </p:spPr>
      </p:pic>
      <p:pic>
        <p:nvPicPr>
          <p:cNvPr id="226" name="Google Shape;226;p27"/>
          <p:cNvPicPr preferRelativeResize="0"/>
          <p:nvPr/>
        </p:nvPicPr>
        <p:blipFill rotWithShape="1">
          <a:blip r:embed="rId19">
            <a:alphaModFix/>
          </a:blip>
          <a:srcRect b="23310" l="0" r="0" t="23177"/>
          <a:stretch/>
        </p:blipFill>
        <p:spPr>
          <a:xfrm>
            <a:off x="8108798" y="2212210"/>
            <a:ext cx="504543" cy="270000"/>
          </a:xfrm>
          <a:prstGeom prst="rect">
            <a:avLst/>
          </a:prstGeom>
          <a:noFill/>
          <a:ln>
            <a:noFill/>
          </a:ln>
        </p:spPr>
      </p:pic>
      <p:pic>
        <p:nvPicPr>
          <p:cNvPr id="227" name="Google Shape;227;p27"/>
          <p:cNvPicPr preferRelativeResize="0"/>
          <p:nvPr/>
        </p:nvPicPr>
        <p:blipFill rotWithShape="1">
          <a:blip r:embed="rId18">
            <a:alphaModFix/>
          </a:blip>
          <a:srcRect b="29903" l="0" r="0" t="0"/>
          <a:stretch/>
        </p:blipFill>
        <p:spPr>
          <a:xfrm>
            <a:off x="1058039" y="1795235"/>
            <a:ext cx="436621" cy="364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Greenweez</a:t>
            </a:r>
            <a:endParaRPr/>
          </a:p>
        </p:txBody>
      </p:sp>
      <p:sp>
        <p:nvSpPr>
          <p:cNvPr id="233" name="Google Shape;233;p28"/>
          <p:cNvSpPr txBox="1"/>
          <p:nvPr>
            <p:ph idx="1" type="body"/>
          </p:nvPr>
        </p:nvSpPr>
        <p:spPr>
          <a:xfrm>
            <a:off x="311700" y="1000750"/>
            <a:ext cx="8520600" cy="3416400"/>
          </a:xfrm>
          <a:prstGeom prst="rect">
            <a:avLst/>
          </a:prstGeom>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Greenweez has many tools used by the business teams, these tools provide many sources of data.</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For example, Google Analytics for tracking, Salesforce for customer service, Odoo for accounting, Adyen for payments or Google Ads for advertising.</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Finally, the data team extracts a large amount of data from the MySQL server managed by the IT team.</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Airflow orchestrates the different steps of the data chain and the documentation is done on Confluence.</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Most connections to the BigQuery data platform are made via custom scripts developed by the data team in Python.</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Data modelling is done via Dbt and Google Data Studio is used for dashboards.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To activate data to commercial tools, the data team has developed custom scripts but is currently testing Retool.</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have a </a:t>
            </a:r>
            <a:r>
              <a:rPr b="1" lang="en-GB" sz="1100">
                <a:solidFill>
                  <a:schemeClr val="dk1"/>
                </a:solidFill>
                <a:latin typeface="Arial"/>
                <a:ea typeface="Arial"/>
                <a:cs typeface="Arial"/>
                <a:sym typeface="Arial"/>
              </a:rPr>
              <a:t>data team</a:t>
            </a:r>
            <a:r>
              <a:rPr lang="en-GB" sz="1100">
                <a:solidFill>
                  <a:schemeClr val="dk1"/>
                </a:solidFill>
                <a:latin typeface="Arial"/>
                <a:ea typeface="Arial"/>
                <a:cs typeface="Arial"/>
                <a:sym typeface="Arial"/>
              </a:rPr>
              <a:t> with 4 people. All of them are data full stack on the whole value chain. However, we begin some specialisation with one person more concerned about data engineering while another more focused on data analysis.</a:t>
            </a:r>
            <a:br>
              <a:rPr lang="en-GB" sz="1100">
                <a:solidFill>
                  <a:schemeClr val="dk1"/>
                </a:solidFill>
                <a:latin typeface="Arial"/>
                <a:ea typeface="Arial"/>
                <a:cs typeface="Arial"/>
                <a:sym typeface="Arial"/>
              </a:rPr>
            </a:br>
            <a:r>
              <a:rPr lang="en-GB" sz="1100">
                <a:solidFill>
                  <a:schemeClr val="dk1"/>
                </a:solidFill>
                <a:latin typeface="Arial"/>
                <a:ea typeface="Arial"/>
                <a:cs typeface="Arial"/>
                <a:sym typeface="Arial"/>
              </a:rPr>
              <a:t>We have developed a real data culture by educating business teams about data analysis and exploitation. We have 10 data heroes in the different business teams.”</a:t>
            </a:r>
            <a:endParaRPr sz="1100">
              <a:solidFill>
                <a:schemeClr val="dk1"/>
              </a:solidFill>
              <a:latin typeface="Arial"/>
              <a:ea typeface="Arial"/>
              <a:cs typeface="Arial"/>
              <a:sym typeface="Arial"/>
            </a:endParaRPr>
          </a:p>
        </p:txBody>
      </p:sp>
      <p:pic>
        <p:nvPicPr>
          <p:cNvPr id="234" name="Google Shape;234;p28"/>
          <p:cNvPicPr preferRelativeResize="0"/>
          <p:nvPr/>
        </p:nvPicPr>
        <p:blipFill>
          <a:blip r:embed="rId3">
            <a:alphaModFix/>
          </a:blip>
          <a:stretch>
            <a:fillRect/>
          </a:stretch>
        </p:blipFill>
        <p:spPr>
          <a:xfrm>
            <a:off x="7705375" y="181975"/>
            <a:ext cx="1126925" cy="713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9"/>
          <p:cNvSpPr/>
          <p:nvPr/>
        </p:nvSpPr>
        <p:spPr>
          <a:xfrm>
            <a:off x="288650" y="3562931"/>
            <a:ext cx="4079700" cy="239700"/>
          </a:xfrm>
          <a:prstGeom prst="chevron">
            <a:avLst>
              <a:gd fmla="val 50000" name="adj"/>
            </a:avLst>
          </a:prstGeom>
          <a:solidFill>
            <a:srgbClr val="EA999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980000"/>
                </a:solidFill>
                <a:latin typeface="Inter"/>
                <a:ea typeface="Inter"/>
                <a:cs typeface="Inter"/>
                <a:sym typeface="Inter"/>
              </a:rPr>
              <a:t>  DE</a:t>
            </a:r>
            <a:endParaRPr b="1">
              <a:solidFill>
                <a:srgbClr val="980000"/>
              </a:solidFill>
              <a:latin typeface="Inter"/>
              <a:ea typeface="Inter"/>
              <a:cs typeface="Inter"/>
              <a:sym typeface="Inter"/>
            </a:endParaRPr>
          </a:p>
        </p:txBody>
      </p:sp>
      <p:sp>
        <p:nvSpPr>
          <p:cNvPr id="240" name="Google Shape;240;p29"/>
          <p:cNvSpPr/>
          <p:nvPr/>
        </p:nvSpPr>
        <p:spPr>
          <a:xfrm>
            <a:off x="4479650" y="3562931"/>
            <a:ext cx="4079700" cy="239700"/>
          </a:xfrm>
          <a:prstGeom prst="chevron">
            <a:avLst>
              <a:gd fmla="val 50000" name="adj"/>
            </a:avLst>
          </a:prstGeom>
          <a:solidFill>
            <a:srgbClr val="FFE599"/>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9900"/>
                </a:solidFill>
                <a:latin typeface="Inter"/>
                <a:ea typeface="Inter"/>
                <a:cs typeface="Inter"/>
                <a:sym typeface="Inter"/>
              </a:rPr>
              <a:t>           DA</a:t>
            </a:r>
            <a:endParaRPr b="1">
              <a:solidFill>
                <a:srgbClr val="FF9900"/>
              </a:solidFill>
              <a:latin typeface="Inter"/>
              <a:ea typeface="Inter"/>
              <a:cs typeface="Inter"/>
              <a:sym typeface="Inter"/>
            </a:endParaRPr>
          </a:p>
        </p:txBody>
      </p:sp>
      <p:pic>
        <p:nvPicPr>
          <p:cNvPr id="241" name="Google Shape;241;p29"/>
          <p:cNvPicPr preferRelativeResize="0"/>
          <p:nvPr/>
        </p:nvPicPr>
        <p:blipFill>
          <a:blip r:embed="rId3">
            <a:alphaModFix/>
          </a:blip>
          <a:stretch>
            <a:fillRect/>
          </a:stretch>
        </p:blipFill>
        <p:spPr>
          <a:xfrm>
            <a:off x="1467950" y="3588625"/>
            <a:ext cx="184575" cy="184575"/>
          </a:xfrm>
          <a:prstGeom prst="rect">
            <a:avLst/>
          </a:prstGeom>
          <a:noFill/>
          <a:ln>
            <a:noFill/>
          </a:ln>
        </p:spPr>
      </p:pic>
      <p:sp>
        <p:nvSpPr>
          <p:cNvPr id="242" name="Google Shape;242;p29"/>
          <p:cNvSpPr/>
          <p:nvPr/>
        </p:nvSpPr>
        <p:spPr>
          <a:xfrm>
            <a:off x="3683475" y="4259230"/>
            <a:ext cx="1452600" cy="270000"/>
          </a:xfrm>
          <a:prstGeom prst="chevron">
            <a:avLst>
              <a:gd fmla="val 50000" name="adj"/>
            </a:avLst>
          </a:prstGeom>
          <a:solidFill>
            <a:srgbClr val="D9D2E9"/>
          </a:solid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9900FF"/>
                </a:solidFill>
                <a:latin typeface="Inter"/>
                <a:ea typeface="Inter"/>
                <a:cs typeface="Inter"/>
                <a:sym typeface="Inter"/>
              </a:rPr>
              <a:t>                DS</a:t>
            </a:r>
            <a:endParaRPr b="1" sz="1200">
              <a:solidFill>
                <a:srgbClr val="9900FF"/>
              </a:solidFill>
              <a:latin typeface="Inter"/>
              <a:ea typeface="Inter"/>
              <a:cs typeface="Inter"/>
              <a:sym typeface="Inter"/>
            </a:endParaRPr>
          </a:p>
        </p:txBody>
      </p:sp>
      <p:sp>
        <p:nvSpPr>
          <p:cNvPr id="243" name="Google Shape;243;p29"/>
          <p:cNvSpPr/>
          <p:nvPr/>
        </p:nvSpPr>
        <p:spPr>
          <a:xfrm>
            <a:off x="2498450" y="3889729"/>
            <a:ext cx="4079700" cy="248100"/>
          </a:xfrm>
          <a:prstGeom prst="chevron">
            <a:avLst>
              <a:gd fmla="val 50000" name="adj"/>
            </a:avLst>
          </a:prstGeom>
          <a:solidFill>
            <a:srgbClr val="C9DAF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1C4587"/>
                </a:solidFill>
                <a:latin typeface="Inter"/>
                <a:ea typeface="Inter"/>
                <a:cs typeface="Inter"/>
                <a:sym typeface="Inter"/>
              </a:rPr>
              <a:t>   AE</a:t>
            </a:r>
            <a:endParaRPr b="1">
              <a:solidFill>
                <a:srgbClr val="1C4587"/>
              </a:solidFill>
              <a:latin typeface="Inter"/>
              <a:ea typeface="Inter"/>
              <a:cs typeface="Inter"/>
              <a:sym typeface="Inter"/>
            </a:endParaRPr>
          </a:p>
        </p:txBody>
      </p:sp>
      <p:pic>
        <p:nvPicPr>
          <p:cNvPr id="244" name="Google Shape;244;p29"/>
          <p:cNvPicPr preferRelativeResize="0"/>
          <p:nvPr/>
        </p:nvPicPr>
        <p:blipFill>
          <a:blip r:embed="rId4">
            <a:alphaModFix/>
          </a:blip>
          <a:stretch>
            <a:fillRect/>
          </a:stretch>
        </p:blipFill>
        <p:spPr>
          <a:xfrm>
            <a:off x="3345450" y="3900524"/>
            <a:ext cx="184575" cy="215161"/>
          </a:xfrm>
          <a:prstGeom prst="rect">
            <a:avLst/>
          </a:prstGeom>
          <a:noFill/>
          <a:ln>
            <a:noFill/>
          </a:ln>
        </p:spPr>
      </p:pic>
      <p:sp>
        <p:nvSpPr>
          <p:cNvPr id="245" name="Google Shape;245;p29"/>
          <p:cNvSpPr/>
          <p:nvPr/>
        </p:nvSpPr>
        <p:spPr>
          <a:xfrm>
            <a:off x="6725625" y="3889729"/>
            <a:ext cx="2367000" cy="248100"/>
          </a:xfrm>
          <a:prstGeom prst="chevron">
            <a:avLst>
              <a:gd fmla="val 50000" name="adj"/>
            </a:avLst>
          </a:prstGeom>
          <a:solidFill>
            <a:srgbClr val="D9EAD3"/>
          </a:solidFill>
          <a:ln cap="flat" cmpd="sng" w="2857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274E13"/>
                </a:solidFill>
                <a:latin typeface="Inter"/>
                <a:ea typeface="Inter"/>
                <a:cs typeface="Inter"/>
                <a:sym typeface="Inter"/>
              </a:rPr>
              <a:t>          BA</a:t>
            </a:r>
            <a:endParaRPr b="1">
              <a:solidFill>
                <a:srgbClr val="274E13"/>
              </a:solidFill>
              <a:latin typeface="Inter"/>
              <a:ea typeface="Inter"/>
              <a:cs typeface="Inter"/>
              <a:sym typeface="Inter"/>
            </a:endParaRPr>
          </a:p>
        </p:txBody>
      </p:sp>
      <p:pic>
        <p:nvPicPr>
          <p:cNvPr id="246" name="Google Shape;246;p29"/>
          <p:cNvPicPr preferRelativeResize="0"/>
          <p:nvPr/>
        </p:nvPicPr>
        <p:blipFill>
          <a:blip r:embed="rId5">
            <a:alphaModFix/>
          </a:blip>
          <a:stretch>
            <a:fillRect/>
          </a:stretch>
        </p:blipFill>
        <p:spPr>
          <a:xfrm>
            <a:off x="7052751" y="3918682"/>
            <a:ext cx="184575" cy="184575"/>
          </a:xfrm>
          <a:prstGeom prst="rect">
            <a:avLst/>
          </a:prstGeom>
          <a:noFill/>
          <a:ln>
            <a:noFill/>
          </a:ln>
        </p:spPr>
      </p:pic>
      <p:sp>
        <p:nvSpPr>
          <p:cNvPr id="247" name="Google Shape;247;p29"/>
          <p:cNvSpPr/>
          <p:nvPr/>
        </p:nvSpPr>
        <p:spPr>
          <a:xfrm>
            <a:off x="96225" y="3889729"/>
            <a:ext cx="2284200" cy="248100"/>
          </a:xfrm>
          <a:prstGeom prst="chevron">
            <a:avLst>
              <a:gd fmla="val 50000"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00FF"/>
                </a:solidFill>
                <a:latin typeface="Inter"/>
                <a:ea typeface="Inter"/>
                <a:cs typeface="Inter"/>
                <a:sym typeface="Inter"/>
              </a:rPr>
              <a:t>            D.Ops</a:t>
            </a:r>
            <a:endParaRPr b="1">
              <a:solidFill>
                <a:srgbClr val="FF00FF"/>
              </a:solidFill>
              <a:latin typeface="Inter"/>
              <a:ea typeface="Inter"/>
              <a:cs typeface="Inter"/>
              <a:sym typeface="Inter"/>
            </a:endParaRPr>
          </a:p>
        </p:txBody>
      </p:sp>
      <p:pic>
        <p:nvPicPr>
          <p:cNvPr id="248" name="Google Shape;248;p29"/>
          <p:cNvPicPr preferRelativeResize="0"/>
          <p:nvPr/>
        </p:nvPicPr>
        <p:blipFill>
          <a:blip r:embed="rId6">
            <a:alphaModFix/>
          </a:blip>
          <a:stretch>
            <a:fillRect/>
          </a:stretch>
        </p:blipFill>
        <p:spPr>
          <a:xfrm>
            <a:off x="505950" y="3895467"/>
            <a:ext cx="208975" cy="208950"/>
          </a:xfrm>
          <a:prstGeom prst="rect">
            <a:avLst/>
          </a:prstGeom>
          <a:noFill/>
          <a:ln>
            <a:noFill/>
          </a:ln>
        </p:spPr>
      </p:pic>
      <p:pic>
        <p:nvPicPr>
          <p:cNvPr id="249" name="Google Shape;249;p29"/>
          <p:cNvPicPr preferRelativeResize="0"/>
          <p:nvPr/>
        </p:nvPicPr>
        <p:blipFill>
          <a:blip r:embed="rId7">
            <a:alphaModFix/>
          </a:blip>
          <a:stretch>
            <a:fillRect/>
          </a:stretch>
        </p:blipFill>
        <p:spPr>
          <a:xfrm>
            <a:off x="3990290" y="4289125"/>
            <a:ext cx="208975" cy="208975"/>
          </a:xfrm>
          <a:prstGeom prst="rect">
            <a:avLst/>
          </a:prstGeom>
          <a:noFill/>
          <a:ln>
            <a:noFill/>
          </a:ln>
        </p:spPr>
      </p:pic>
      <p:pic>
        <p:nvPicPr>
          <p:cNvPr id="250" name="Google Shape;250;p29"/>
          <p:cNvPicPr preferRelativeResize="0"/>
          <p:nvPr/>
        </p:nvPicPr>
        <p:blipFill>
          <a:blip r:embed="rId8">
            <a:alphaModFix/>
          </a:blip>
          <a:stretch>
            <a:fillRect/>
          </a:stretch>
        </p:blipFill>
        <p:spPr>
          <a:xfrm>
            <a:off x="5641716" y="3567804"/>
            <a:ext cx="208975" cy="208975"/>
          </a:xfrm>
          <a:prstGeom prst="rect">
            <a:avLst/>
          </a:prstGeom>
          <a:noFill/>
          <a:ln>
            <a:noFill/>
          </a:ln>
        </p:spPr>
      </p:pic>
      <p:sp>
        <p:nvSpPr>
          <p:cNvPr id="251" name="Google Shape;251;p29"/>
          <p:cNvSpPr/>
          <p:nvPr/>
        </p:nvSpPr>
        <p:spPr>
          <a:xfrm>
            <a:off x="3260475" y="979821"/>
            <a:ext cx="2444100" cy="1165500"/>
          </a:xfrm>
          <a:prstGeom prst="round2SameRect">
            <a:avLst>
              <a:gd fmla="val 3116" name="adj1"/>
              <a:gd fmla="val 0" name="adj2"/>
            </a:avLst>
          </a:prstGeom>
          <a:no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9"/>
          <p:cNvSpPr/>
          <p:nvPr/>
        </p:nvSpPr>
        <p:spPr>
          <a:xfrm>
            <a:off x="297700" y="1017121"/>
            <a:ext cx="1414200" cy="1119600"/>
          </a:xfrm>
          <a:prstGeom prst="round2SameRect">
            <a:avLst>
              <a:gd fmla="val 3116" name="adj1"/>
              <a:gd fmla="val 0" name="adj2"/>
            </a:avLst>
          </a:prstGeom>
          <a:no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9"/>
          <p:cNvSpPr/>
          <p:nvPr/>
        </p:nvSpPr>
        <p:spPr>
          <a:xfrm>
            <a:off x="297675" y="1007437"/>
            <a:ext cx="1414200" cy="252000"/>
          </a:xfrm>
          <a:prstGeom prst="round2SameRect">
            <a:avLst>
              <a:gd fmla="val 16667" name="adj1"/>
              <a:gd fmla="val 0" name="adj2"/>
            </a:avLst>
          </a:prstGeom>
          <a:solidFill>
            <a:srgbClr val="4D04C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Data sources</a:t>
            </a:r>
            <a:endParaRPr sz="1200">
              <a:solidFill>
                <a:schemeClr val="lt1"/>
              </a:solidFill>
              <a:latin typeface="Inter"/>
              <a:ea typeface="Inter"/>
              <a:cs typeface="Inter"/>
              <a:sym typeface="Inter"/>
            </a:endParaRPr>
          </a:p>
        </p:txBody>
      </p:sp>
      <p:sp>
        <p:nvSpPr>
          <p:cNvPr id="254" name="Google Shape;254;p29"/>
          <p:cNvSpPr/>
          <p:nvPr/>
        </p:nvSpPr>
        <p:spPr>
          <a:xfrm>
            <a:off x="366521" y="1042121"/>
            <a:ext cx="198000" cy="197400"/>
          </a:xfrm>
          <a:prstGeom prst="roundRect">
            <a:avLst>
              <a:gd fmla="val 16667" name="adj"/>
            </a:avLst>
          </a:prstGeom>
          <a:solidFill>
            <a:schemeClr val="lt1"/>
          </a:solid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5" name="Google Shape;255;p29"/>
          <p:cNvPicPr preferRelativeResize="0"/>
          <p:nvPr/>
        </p:nvPicPr>
        <p:blipFill>
          <a:blip r:embed="rId9">
            <a:alphaModFix/>
          </a:blip>
          <a:stretch>
            <a:fillRect/>
          </a:stretch>
        </p:blipFill>
        <p:spPr>
          <a:xfrm>
            <a:off x="371670" y="1041636"/>
            <a:ext cx="182769" cy="182321"/>
          </a:xfrm>
          <a:prstGeom prst="rect">
            <a:avLst/>
          </a:prstGeom>
          <a:noFill/>
          <a:ln>
            <a:noFill/>
          </a:ln>
          <a:effectLst>
            <a:outerShdw blurRad="57150" rotWithShape="0" algn="bl" dir="5400000" dist="19050">
              <a:srgbClr val="000000">
                <a:alpha val="50000"/>
              </a:srgbClr>
            </a:outerShdw>
          </a:effectLst>
        </p:spPr>
      </p:pic>
      <p:sp>
        <p:nvSpPr>
          <p:cNvPr id="256" name="Google Shape;256;p29"/>
          <p:cNvSpPr/>
          <p:nvPr/>
        </p:nvSpPr>
        <p:spPr>
          <a:xfrm>
            <a:off x="1779075" y="1627424"/>
            <a:ext cx="1414200" cy="252000"/>
          </a:xfrm>
          <a:prstGeom prst="homePlate">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 name="Google Shape;257;p29"/>
          <p:cNvCxnSpPr/>
          <p:nvPr/>
        </p:nvCxnSpPr>
        <p:spPr>
          <a:xfrm rot="10800000">
            <a:off x="2423175" y="1727024"/>
            <a:ext cx="3300" cy="224700"/>
          </a:xfrm>
          <a:prstGeom prst="straightConnector1">
            <a:avLst/>
          </a:prstGeom>
          <a:noFill/>
          <a:ln cap="flat" cmpd="sng" w="28575">
            <a:solidFill>
              <a:srgbClr val="FF0000"/>
            </a:solidFill>
            <a:prstDash val="solid"/>
            <a:round/>
            <a:headEnd len="med" w="med" type="none"/>
            <a:tailEnd len="med" w="med" type="none"/>
          </a:ln>
        </p:spPr>
      </p:cxnSp>
      <p:sp>
        <p:nvSpPr>
          <p:cNvPr id="258" name="Google Shape;258;p29"/>
          <p:cNvSpPr/>
          <p:nvPr/>
        </p:nvSpPr>
        <p:spPr>
          <a:xfrm>
            <a:off x="5817068" y="1804062"/>
            <a:ext cx="1414200" cy="2520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9" name="Google Shape;259;p29"/>
          <p:cNvCxnSpPr>
            <a:stCxn id="260" idx="0"/>
            <a:endCxn id="258" idx="2"/>
          </p:cNvCxnSpPr>
          <p:nvPr/>
        </p:nvCxnSpPr>
        <p:spPr>
          <a:xfrm rot="10800000">
            <a:off x="6461020" y="2056162"/>
            <a:ext cx="1800" cy="185400"/>
          </a:xfrm>
          <a:prstGeom prst="straightConnector1">
            <a:avLst/>
          </a:prstGeom>
          <a:noFill/>
          <a:ln cap="flat" cmpd="sng" w="28575">
            <a:solidFill>
              <a:schemeClr val="accent4"/>
            </a:solidFill>
            <a:prstDash val="solid"/>
            <a:round/>
            <a:headEnd len="med" w="med" type="none"/>
            <a:tailEnd len="med" w="med" type="none"/>
          </a:ln>
        </p:spPr>
      </p:cxnSp>
      <p:sp>
        <p:nvSpPr>
          <p:cNvPr id="260" name="Google Shape;260;p29"/>
          <p:cNvSpPr/>
          <p:nvPr/>
        </p:nvSpPr>
        <p:spPr>
          <a:xfrm>
            <a:off x="5905870" y="2241562"/>
            <a:ext cx="1113900" cy="25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chemeClr val="accent4"/>
                </a:solidFill>
                <a:latin typeface="Inter SemiBold"/>
                <a:ea typeface="Inter SemiBold"/>
                <a:cs typeface="Inter SemiBold"/>
                <a:sym typeface="Inter SemiBold"/>
              </a:rPr>
              <a:t>         Analyse</a:t>
            </a:r>
            <a:endParaRPr i="1" sz="1000">
              <a:solidFill>
                <a:schemeClr val="accent4"/>
              </a:solidFill>
              <a:latin typeface="Inter SemiBold"/>
              <a:ea typeface="Inter SemiBold"/>
              <a:cs typeface="Inter SemiBold"/>
              <a:sym typeface="Inter SemiBold"/>
            </a:endParaRPr>
          </a:p>
        </p:txBody>
      </p:sp>
      <p:sp>
        <p:nvSpPr>
          <p:cNvPr id="261" name="Google Shape;261;p29"/>
          <p:cNvSpPr/>
          <p:nvPr/>
        </p:nvSpPr>
        <p:spPr>
          <a:xfrm>
            <a:off x="5904520" y="2241189"/>
            <a:ext cx="270000" cy="2520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9"/>
          <p:cNvSpPr/>
          <p:nvPr/>
        </p:nvSpPr>
        <p:spPr>
          <a:xfrm>
            <a:off x="5817068" y="1499262"/>
            <a:ext cx="1414200" cy="252000"/>
          </a:xfrm>
          <a:prstGeom prst="homePlate">
            <a:avLst>
              <a:gd fmla="val 50000"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 name="Google Shape;263;p29"/>
          <p:cNvCxnSpPr/>
          <p:nvPr/>
        </p:nvCxnSpPr>
        <p:spPr>
          <a:xfrm flipH="1" rot="10800000">
            <a:off x="6461168" y="1402062"/>
            <a:ext cx="3300" cy="97200"/>
          </a:xfrm>
          <a:prstGeom prst="straightConnector1">
            <a:avLst/>
          </a:prstGeom>
          <a:noFill/>
          <a:ln cap="flat" cmpd="sng" w="28575">
            <a:solidFill>
              <a:srgbClr val="E7C60E"/>
            </a:solidFill>
            <a:prstDash val="solid"/>
            <a:round/>
            <a:headEnd len="med" w="med" type="none"/>
            <a:tailEnd len="med" w="med" type="none"/>
          </a:ln>
        </p:spPr>
      </p:cxnSp>
      <p:sp>
        <p:nvSpPr>
          <p:cNvPr id="264" name="Google Shape;264;p29"/>
          <p:cNvSpPr/>
          <p:nvPr/>
        </p:nvSpPr>
        <p:spPr>
          <a:xfrm>
            <a:off x="749600" y="2754796"/>
            <a:ext cx="6963300" cy="288600"/>
          </a:xfrm>
          <a:prstGeom prst="leftRightArrow">
            <a:avLst>
              <a:gd fmla="val 76182"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Orchestrate</a:t>
            </a:r>
            <a:endParaRPr sz="1200">
              <a:solidFill>
                <a:schemeClr val="lt1"/>
              </a:solidFill>
              <a:latin typeface="Inter"/>
              <a:ea typeface="Inter"/>
              <a:cs typeface="Inter"/>
              <a:sym typeface="Inter"/>
            </a:endParaRPr>
          </a:p>
        </p:txBody>
      </p:sp>
      <p:sp>
        <p:nvSpPr>
          <p:cNvPr id="265" name="Google Shape;265;p29"/>
          <p:cNvSpPr/>
          <p:nvPr/>
        </p:nvSpPr>
        <p:spPr>
          <a:xfrm flipH="1">
            <a:off x="2520050" y="3046875"/>
            <a:ext cx="3422400" cy="224700"/>
          </a:xfrm>
          <a:prstGeom prst="snip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Documentation</a:t>
            </a:r>
            <a:endParaRPr sz="1200">
              <a:solidFill>
                <a:schemeClr val="lt1"/>
              </a:solidFill>
              <a:latin typeface="Inter"/>
              <a:ea typeface="Inter"/>
              <a:cs typeface="Inter"/>
              <a:sym typeface="Inter"/>
            </a:endParaRPr>
          </a:p>
        </p:txBody>
      </p:sp>
      <p:pic>
        <p:nvPicPr>
          <p:cNvPr id="266" name="Google Shape;266;p29"/>
          <p:cNvPicPr preferRelativeResize="0"/>
          <p:nvPr/>
        </p:nvPicPr>
        <p:blipFill>
          <a:blip r:embed="rId10">
            <a:alphaModFix/>
          </a:blip>
          <a:stretch>
            <a:fillRect/>
          </a:stretch>
        </p:blipFill>
        <p:spPr>
          <a:xfrm>
            <a:off x="5959821" y="2289214"/>
            <a:ext cx="158150" cy="158150"/>
          </a:xfrm>
          <a:prstGeom prst="rect">
            <a:avLst/>
          </a:prstGeom>
          <a:noFill/>
          <a:ln>
            <a:noFill/>
          </a:ln>
        </p:spPr>
      </p:pic>
      <p:sp>
        <p:nvSpPr>
          <p:cNvPr id="267" name="Google Shape;267;p29"/>
          <p:cNvSpPr/>
          <p:nvPr/>
        </p:nvSpPr>
        <p:spPr>
          <a:xfrm>
            <a:off x="5871650" y="1159843"/>
            <a:ext cx="1113900" cy="252000"/>
          </a:xfrm>
          <a:prstGeom prst="roundRect">
            <a:avLst>
              <a:gd fmla="val 16667" name="adj"/>
            </a:avLst>
          </a:prstGeom>
          <a:noFill/>
          <a:ln cap="flat" cmpd="sng" w="19050">
            <a:solidFill>
              <a:srgbClr val="E7C60E"/>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rgbClr val="F1C232"/>
                </a:solidFill>
                <a:latin typeface="Inter SemiBold"/>
                <a:ea typeface="Inter SemiBold"/>
                <a:cs typeface="Inter SemiBold"/>
                <a:sym typeface="Inter SemiBold"/>
              </a:rPr>
              <a:t>          Activate</a:t>
            </a:r>
            <a:endParaRPr i="1" sz="1000">
              <a:solidFill>
                <a:srgbClr val="F1C232"/>
              </a:solidFill>
              <a:latin typeface="Inter SemiBold"/>
              <a:ea typeface="Inter SemiBold"/>
              <a:cs typeface="Inter SemiBold"/>
              <a:sym typeface="Inter SemiBold"/>
            </a:endParaRPr>
          </a:p>
        </p:txBody>
      </p:sp>
      <p:sp>
        <p:nvSpPr>
          <p:cNvPr id="268" name="Google Shape;268;p29"/>
          <p:cNvSpPr/>
          <p:nvPr/>
        </p:nvSpPr>
        <p:spPr>
          <a:xfrm>
            <a:off x="5858625" y="1150321"/>
            <a:ext cx="288600" cy="270000"/>
          </a:xfrm>
          <a:prstGeom prst="roundRect">
            <a:avLst>
              <a:gd fmla="val 16667"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9" name="Google Shape;269;p29"/>
          <p:cNvPicPr preferRelativeResize="0"/>
          <p:nvPr/>
        </p:nvPicPr>
        <p:blipFill>
          <a:blip r:embed="rId11">
            <a:alphaModFix/>
          </a:blip>
          <a:stretch>
            <a:fillRect/>
          </a:stretch>
        </p:blipFill>
        <p:spPr>
          <a:xfrm>
            <a:off x="5880456" y="1188543"/>
            <a:ext cx="204864" cy="178931"/>
          </a:xfrm>
          <a:prstGeom prst="rect">
            <a:avLst/>
          </a:prstGeom>
          <a:noFill/>
          <a:ln>
            <a:noFill/>
          </a:ln>
        </p:spPr>
      </p:pic>
      <p:sp>
        <p:nvSpPr>
          <p:cNvPr id="270" name="Google Shape;270;p29"/>
          <p:cNvSpPr/>
          <p:nvPr/>
        </p:nvSpPr>
        <p:spPr>
          <a:xfrm>
            <a:off x="3401200" y="1627425"/>
            <a:ext cx="2248200" cy="252000"/>
          </a:xfrm>
          <a:prstGeom prst="homePlate">
            <a:avLst>
              <a:gd fmla="val 50000"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1" name="Google Shape;271;p29"/>
          <p:cNvCxnSpPr/>
          <p:nvPr/>
        </p:nvCxnSpPr>
        <p:spPr>
          <a:xfrm rot="10800000">
            <a:off x="4368502" y="1741837"/>
            <a:ext cx="3300" cy="224700"/>
          </a:xfrm>
          <a:prstGeom prst="straightConnector1">
            <a:avLst/>
          </a:prstGeom>
          <a:noFill/>
          <a:ln cap="flat" cmpd="sng" w="28575">
            <a:solidFill>
              <a:srgbClr val="4A86E8"/>
            </a:solidFill>
            <a:prstDash val="solid"/>
            <a:round/>
            <a:headEnd len="med" w="med" type="none"/>
            <a:tailEnd len="med" w="med" type="none"/>
          </a:ln>
        </p:spPr>
      </p:cxnSp>
      <p:sp>
        <p:nvSpPr>
          <p:cNvPr id="272" name="Google Shape;272;p29"/>
          <p:cNvSpPr/>
          <p:nvPr/>
        </p:nvSpPr>
        <p:spPr>
          <a:xfrm>
            <a:off x="3813200" y="1966525"/>
            <a:ext cx="1113900" cy="756000"/>
          </a:xfrm>
          <a:prstGeom prst="roundRect">
            <a:avLst>
              <a:gd fmla="val 7231"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273" name="Google Shape;273;p29"/>
          <p:cNvSpPr/>
          <p:nvPr/>
        </p:nvSpPr>
        <p:spPr>
          <a:xfrm>
            <a:off x="3814852" y="1966537"/>
            <a:ext cx="1113900" cy="252000"/>
          </a:xfrm>
          <a:prstGeom prst="roundRect">
            <a:avLst>
              <a:gd fmla="val 16667"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a:t>
            </a:r>
            <a:r>
              <a:rPr i="1" lang="en-GB" sz="1000">
                <a:solidFill>
                  <a:srgbClr val="4A86E8"/>
                </a:solidFill>
                <a:latin typeface="Inter SemiBold"/>
                <a:ea typeface="Inter SemiBold"/>
                <a:cs typeface="Inter SemiBold"/>
                <a:sym typeface="Inter SemiBold"/>
              </a:rPr>
              <a:t>Transform</a:t>
            </a:r>
            <a:endParaRPr i="1" sz="1000">
              <a:solidFill>
                <a:srgbClr val="4A86E8"/>
              </a:solidFill>
              <a:latin typeface="Inter SemiBold"/>
              <a:ea typeface="Inter SemiBold"/>
              <a:cs typeface="Inter SemiBold"/>
              <a:sym typeface="Inter SemiBold"/>
            </a:endParaRPr>
          </a:p>
        </p:txBody>
      </p:sp>
      <p:sp>
        <p:nvSpPr>
          <p:cNvPr id="274" name="Google Shape;274;p29"/>
          <p:cNvSpPr/>
          <p:nvPr/>
        </p:nvSpPr>
        <p:spPr>
          <a:xfrm>
            <a:off x="3801825" y="1966696"/>
            <a:ext cx="299100" cy="252000"/>
          </a:xfrm>
          <a:prstGeom prst="roundRect">
            <a:avLst>
              <a:gd fmla="val 16667"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 name="Google Shape;275;p29"/>
          <p:cNvPicPr preferRelativeResize="0"/>
          <p:nvPr/>
        </p:nvPicPr>
        <p:blipFill rotWithShape="1">
          <a:blip r:embed="rId12">
            <a:alphaModFix/>
          </a:blip>
          <a:srcRect b="8975" l="13504" r="12174" t="11108"/>
          <a:stretch/>
        </p:blipFill>
        <p:spPr>
          <a:xfrm>
            <a:off x="3871008" y="2019495"/>
            <a:ext cx="158150" cy="170071"/>
          </a:xfrm>
          <a:prstGeom prst="rect">
            <a:avLst/>
          </a:prstGeom>
          <a:noFill/>
          <a:ln>
            <a:noFill/>
          </a:ln>
        </p:spPr>
      </p:pic>
      <p:sp>
        <p:nvSpPr>
          <p:cNvPr id="276" name="Google Shape;276;p29"/>
          <p:cNvSpPr/>
          <p:nvPr/>
        </p:nvSpPr>
        <p:spPr>
          <a:xfrm>
            <a:off x="7375275" y="1813746"/>
            <a:ext cx="1414200" cy="756000"/>
          </a:xfrm>
          <a:prstGeom prst="round2SameRect">
            <a:avLst>
              <a:gd fmla="val 5563" name="adj1"/>
              <a:gd fmla="val 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9"/>
          <p:cNvSpPr/>
          <p:nvPr/>
        </p:nvSpPr>
        <p:spPr>
          <a:xfrm>
            <a:off x="7375250" y="1804062"/>
            <a:ext cx="1414200" cy="270000"/>
          </a:xfrm>
          <a:prstGeom prst="round2Same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BI</a:t>
            </a:r>
            <a:endParaRPr sz="1100">
              <a:solidFill>
                <a:schemeClr val="lt1"/>
              </a:solidFill>
              <a:latin typeface="Inter"/>
              <a:ea typeface="Inter"/>
              <a:cs typeface="Inter"/>
              <a:sym typeface="Inter"/>
            </a:endParaRPr>
          </a:p>
        </p:txBody>
      </p:sp>
      <p:sp>
        <p:nvSpPr>
          <p:cNvPr id="278" name="Google Shape;278;p29"/>
          <p:cNvSpPr/>
          <p:nvPr/>
        </p:nvSpPr>
        <p:spPr>
          <a:xfrm>
            <a:off x="7543740" y="1846524"/>
            <a:ext cx="209100" cy="1854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279" name="Google Shape;279;p29"/>
          <p:cNvPicPr preferRelativeResize="0"/>
          <p:nvPr/>
        </p:nvPicPr>
        <p:blipFill>
          <a:blip r:embed="rId13">
            <a:alphaModFix/>
          </a:blip>
          <a:stretch>
            <a:fillRect/>
          </a:stretch>
        </p:blipFill>
        <p:spPr>
          <a:xfrm>
            <a:off x="7543733" y="1874640"/>
            <a:ext cx="203365" cy="134433"/>
          </a:xfrm>
          <a:prstGeom prst="rect">
            <a:avLst/>
          </a:prstGeom>
          <a:noFill/>
          <a:ln>
            <a:noFill/>
          </a:ln>
        </p:spPr>
      </p:pic>
      <p:sp>
        <p:nvSpPr>
          <p:cNvPr id="280" name="Google Shape;280;p29"/>
          <p:cNvSpPr/>
          <p:nvPr/>
        </p:nvSpPr>
        <p:spPr>
          <a:xfrm>
            <a:off x="7375275" y="1078496"/>
            <a:ext cx="1414200" cy="663600"/>
          </a:xfrm>
          <a:prstGeom prst="round2SameRect">
            <a:avLst>
              <a:gd fmla="val 5563" name="adj1"/>
              <a:gd fmla="val 0" name="adj2"/>
            </a:avLst>
          </a:prstGeom>
          <a:noFill/>
          <a:ln cap="flat" cmpd="sng" w="9525">
            <a:solidFill>
              <a:srgbClr val="E7C6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a:off x="7375275" y="1078493"/>
            <a:ext cx="1414200" cy="270000"/>
          </a:xfrm>
          <a:prstGeom prst="round2SameRect">
            <a:avLst>
              <a:gd fmla="val 16667" name="adj1"/>
              <a:gd fmla="val 0" name="adj2"/>
            </a:avLst>
          </a:prstGeom>
          <a:solidFill>
            <a:srgbClr val="E7C60E"/>
          </a:solidFill>
          <a:ln>
            <a:noFill/>
          </a:ln>
        </p:spPr>
        <p:txBody>
          <a:bodyPr anchorCtr="0" anchor="ctr" bIns="91425" lIns="91425" spcFirstLastPara="1" rIns="0" wrap="square" tIns="91425">
            <a:noAutofit/>
          </a:bodyPr>
          <a:lstStyle/>
          <a:p>
            <a:pPr indent="0" lvl="0" marL="0" rtl="0" algn="l">
              <a:spcBef>
                <a:spcPts val="0"/>
              </a:spcBef>
              <a:spcAft>
                <a:spcPts val="0"/>
              </a:spcAft>
              <a:buNone/>
            </a:pPr>
            <a:r>
              <a:rPr lang="en-GB" sz="1100">
                <a:solidFill>
                  <a:schemeClr val="lt1"/>
                </a:solidFill>
                <a:latin typeface="Inter"/>
                <a:ea typeface="Inter"/>
                <a:cs typeface="Inter"/>
                <a:sym typeface="Inter"/>
              </a:rPr>
              <a:t>        Reverse ELT</a:t>
            </a:r>
            <a:endParaRPr sz="1100">
              <a:solidFill>
                <a:schemeClr val="lt1"/>
              </a:solidFill>
              <a:latin typeface="Inter"/>
              <a:ea typeface="Inter"/>
              <a:cs typeface="Inter"/>
              <a:sym typeface="Inter"/>
            </a:endParaRPr>
          </a:p>
        </p:txBody>
      </p:sp>
      <p:sp>
        <p:nvSpPr>
          <p:cNvPr id="282" name="Google Shape;282;p29"/>
          <p:cNvSpPr/>
          <p:nvPr/>
        </p:nvSpPr>
        <p:spPr>
          <a:xfrm>
            <a:off x="7531639" y="1091785"/>
            <a:ext cx="209100" cy="2463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283" name="Google Shape;283;p29"/>
          <p:cNvPicPr preferRelativeResize="0"/>
          <p:nvPr/>
        </p:nvPicPr>
        <p:blipFill>
          <a:blip r:embed="rId14">
            <a:alphaModFix/>
          </a:blip>
          <a:stretch>
            <a:fillRect/>
          </a:stretch>
        </p:blipFill>
        <p:spPr>
          <a:xfrm>
            <a:off x="7535245" y="1099228"/>
            <a:ext cx="197445" cy="233334"/>
          </a:xfrm>
          <a:prstGeom prst="rect">
            <a:avLst/>
          </a:prstGeom>
          <a:noFill/>
          <a:ln cap="flat" cmpd="sng" w="9525">
            <a:solidFill>
              <a:srgbClr val="E7C60E"/>
            </a:solidFill>
            <a:prstDash val="solid"/>
            <a:round/>
            <a:headEnd len="sm" w="sm" type="none"/>
            <a:tailEnd len="sm" w="sm" type="none"/>
          </a:ln>
        </p:spPr>
      </p:pic>
      <p:sp>
        <p:nvSpPr>
          <p:cNvPr id="284" name="Google Shape;284;p29"/>
          <p:cNvSpPr/>
          <p:nvPr/>
        </p:nvSpPr>
        <p:spPr>
          <a:xfrm>
            <a:off x="3260450" y="979371"/>
            <a:ext cx="2444100" cy="270000"/>
          </a:xfrm>
          <a:prstGeom prst="round2SameRect">
            <a:avLst>
              <a:gd fmla="val 16667" name="adj1"/>
              <a:gd fmla="val 0" name="adj2"/>
            </a:avLst>
          </a:prstGeom>
          <a:solidFill>
            <a:srgbClr val="00E9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Data platform</a:t>
            </a:r>
            <a:endParaRPr i="1" sz="1100">
              <a:solidFill>
                <a:schemeClr val="lt1"/>
              </a:solidFill>
              <a:latin typeface="Inter"/>
              <a:ea typeface="Inter"/>
              <a:cs typeface="Inter"/>
              <a:sym typeface="Inter"/>
            </a:endParaRPr>
          </a:p>
        </p:txBody>
      </p:sp>
      <p:sp>
        <p:nvSpPr>
          <p:cNvPr id="285" name="Google Shape;285;p29"/>
          <p:cNvSpPr/>
          <p:nvPr/>
        </p:nvSpPr>
        <p:spPr>
          <a:xfrm>
            <a:off x="3392575" y="1005789"/>
            <a:ext cx="246300" cy="222600"/>
          </a:xfrm>
          <a:prstGeom prst="roundRect">
            <a:avLst>
              <a:gd fmla="val 16667" name="adj"/>
            </a:avLst>
          </a:prstGeom>
          <a:solidFill>
            <a:schemeClr val="lt1"/>
          </a:solid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 name="Google Shape;286;p29"/>
          <p:cNvPicPr preferRelativeResize="0"/>
          <p:nvPr/>
        </p:nvPicPr>
        <p:blipFill>
          <a:blip r:embed="rId15">
            <a:alphaModFix/>
          </a:blip>
          <a:stretch>
            <a:fillRect/>
          </a:stretch>
        </p:blipFill>
        <p:spPr>
          <a:xfrm>
            <a:off x="3401195" y="1003674"/>
            <a:ext cx="232521" cy="210757"/>
          </a:xfrm>
          <a:prstGeom prst="rect">
            <a:avLst/>
          </a:prstGeom>
          <a:noFill/>
          <a:ln>
            <a:noFill/>
          </a:ln>
        </p:spPr>
      </p:pic>
      <p:sp>
        <p:nvSpPr>
          <p:cNvPr id="287" name="Google Shape;287;p29"/>
          <p:cNvSpPr/>
          <p:nvPr/>
        </p:nvSpPr>
        <p:spPr>
          <a:xfrm>
            <a:off x="1832000" y="1966525"/>
            <a:ext cx="1113900" cy="756000"/>
          </a:xfrm>
          <a:prstGeom prst="roundRect">
            <a:avLst>
              <a:gd fmla="val 7231"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288" name="Google Shape;288;p29"/>
          <p:cNvSpPr/>
          <p:nvPr/>
        </p:nvSpPr>
        <p:spPr>
          <a:xfrm>
            <a:off x="1833652" y="1966537"/>
            <a:ext cx="1113900" cy="2520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000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E&amp;L</a:t>
            </a:r>
            <a:endParaRPr i="1" sz="1000">
              <a:solidFill>
                <a:srgbClr val="FF0000"/>
              </a:solidFill>
              <a:latin typeface="Inter SemiBold"/>
              <a:ea typeface="Inter SemiBold"/>
              <a:cs typeface="Inter SemiBold"/>
              <a:sym typeface="Inter SemiBold"/>
            </a:endParaRPr>
          </a:p>
        </p:txBody>
      </p:sp>
      <p:sp>
        <p:nvSpPr>
          <p:cNvPr id="289" name="Google Shape;289;p29"/>
          <p:cNvSpPr/>
          <p:nvPr/>
        </p:nvSpPr>
        <p:spPr>
          <a:xfrm>
            <a:off x="1820625" y="1966687"/>
            <a:ext cx="342000" cy="252000"/>
          </a:xfrm>
          <a:prstGeom prst="roundRect">
            <a:avLst>
              <a:gd fmla="val 16667"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0" name="Google Shape;290;p29"/>
          <p:cNvPicPr preferRelativeResize="0"/>
          <p:nvPr/>
        </p:nvPicPr>
        <p:blipFill rotWithShape="1">
          <a:blip r:embed="rId16">
            <a:alphaModFix/>
          </a:blip>
          <a:srcRect b="0" l="0" r="0" t="11731"/>
          <a:stretch/>
        </p:blipFill>
        <p:spPr>
          <a:xfrm rot="-5400000">
            <a:off x="1888477" y="1996573"/>
            <a:ext cx="224400" cy="197725"/>
          </a:xfrm>
          <a:prstGeom prst="rect">
            <a:avLst/>
          </a:prstGeom>
          <a:noFill/>
          <a:ln>
            <a:noFill/>
          </a:ln>
        </p:spPr>
      </p:pic>
      <p:cxnSp>
        <p:nvCxnSpPr>
          <p:cNvPr id="291" name="Google Shape;291;p29"/>
          <p:cNvCxnSpPr/>
          <p:nvPr/>
        </p:nvCxnSpPr>
        <p:spPr>
          <a:xfrm flipH="1" rot="10800000">
            <a:off x="205450" y="3403229"/>
            <a:ext cx="8435100" cy="6000"/>
          </a:xfrm>
          <a:prstGeom prst="straightConnector1">
            <a:avLst/>
          </a:prstGeom>
          <a:noFill/>
          <a:ln cap="flat" cmpd="sng" w="9525">
            <a:solidFill>
              <a:srgbClr val="4D04C4"/>
            </a:solidFill>
            <a:prstDash val="dash"/>
            <a:round/>
            <a:headEnd len="med" w="med" type="none"/>
            <a:tailEnd len="med" w="med" type="none"/>
          </a:ln>
        </p:spPr>
      </p:cxnSp>
      <p:sp>
        <p:nvSpPr>
          <p:cNvPr id="292" name="Google Shape;292;p29"/>
          <p:cNvSpPr/>
          <p:nvPr/>
        </p:nvSpPr>
        <p:spPr>
          <a:xfrm>
            <a:off x="375136" y="1318050"/>
            <a:ext cx="1253150" cy="756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9"/>
          <p:cNvSpPr/>
          <p:nvPr/>
        </p:nvSpPr>
        <p:spPr>
          <a:xfrm>
            <a:off x="3804125" y="1305929"/>
            <a:ext cx="1253150" cy="270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9"/>
          <p:cNvSpPr/>
          <p:nvPr/>
        </p:nvSpPr>
        <p:spPr>
          <a:xfrm>
            <a:off x="4141901" y="2304560"/>
            <a:ext cx="920925" cy="364213"/>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9"/>
          <p:cNvSpPr/>
          <p:nvPr/>
        </p:nvSpPr>
        <p:spPr>
          <a:xfrm>
            <a:off x="1914725" y="2284400"/>
            <a:ext cx="956975"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9"/>
          <p:cNvSpPr/>
          <p:nvPr/>
        </p:nvSpPr>
        <p:spPr>
          <a:xfrm>
            <a:off x="7422325" y="2132000"/>
            <a:ext cx="1308150"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9"/>
          <p:cNvSpPr/>
          <p:nvPr/>
        </p:nvSpPr>
        <p:spPr>
          <a:xfrm>
            <a:off x="7422325" y="1370000"/>
            <a:ext cx="1308150" cy="3216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9"/>
          <p:cNvSpPr/>
          <p:nvPr/>
        </p:nvSpPr>
        <p:spPr>
          <a:xfrm>
            <a:off x="1975926" y="360416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299" name="Google Shape;299;p29"/>
          <p:cNvSpPr/>
          <p:nvPr/>
        </p:nvSpPr>
        <p:spPr>
          <a:xfrm>
            <a:off x="3231875" y="2818975"/>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9"/>
          <p:cNvSpPr/>
          <p:nvPr/>
        </p:nvSpPr>
        <p:spPr>
          <a:xfrm>
            <a:off x="3242598" y="3096854"/>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9"/>
          <p:cNvSpPr/>
          <p:nvPr/>
        </p:nvSpPr>
        <p:spPr>
          <a:xfrm>
            <a:off x="909126" y="39274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302" name="Google Shape;302;p29"/>
          <p:cNvSpPr/>
          <p:nvPr/>
        </p:nvSpPr>
        <p:spPr>
          <a:xfrm>
            <a:off x="4185726" y="39274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303" name="Google Shape;303;p29"/>
          <p:cNvSpPr/>
          <p:nvPr/>
        </p:nvSpPr>
        <p:spPr>
          <a:xfrm>
            <a:off x="4282754" y="4302270"/>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304" name="Google Shape;304;p29"/>
          <p:cNvSpPr/>
          <p:nvPr/>
        </p:nvSpPr>
        <p:spPr>
          <a:xfrm>
            <a:off x="6256026" y="359773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305" name="Google Shape;305;p29"/>
          <p:cNvSpPr/>
          <p:nvPr/>
        </p:nvSpPr>
        <p:spPr>
          <a:xfrm>
            <a:off x="7676846" y="392714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10</a:t>
            </a:r>
            <a:endParaRPr sz="1100">
              <a:latin typeface="Inter"/>
              <a:ea typeface="Inter"/>
              <a:cs typeface="Inter"/>
              <a:sym typeface="Inter"/>
            </a:endParaRPr>
          </a:p>
        </p:txBody>
      </p:sp>
      <p:sp>
        <p:nvSpPr>
          <p:cNvPr id="306" name="Google Shape;306;p29"/>
          <p:cNvSpPr txBox="1"/>
          <p:nvPr>
            <p:ph type="title"/>
          </p:nvPr>
        </p:nvSpPr>
        <p:spPr>
          <a:xfrm>
            <a:off x="53700" y="181975"/>
            <a:ext cx="165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000"/>
              <a:t>Greenweez</a:t>
            </a:r>
            <a:endParaRPr sz="2000"/>
          </a:p>
          <a:p>
            <a:pPr indent="0" lvl="0" marL="0" rtl="0" algn="l">
              <a:spcBef>
                <a:spcPts val="0"/>
              </a:spcBef>
              <a:spcAft>
                <a:spcPts val="0"/>
              </a:spcAft>
              <a:buNone/>
            </a:pPr>
            <a:r>
              <a:t/>
            </a:r>
            <a:endParaRPr sz="2000"/>
          </a:p>
        </p:txBody>
      </p:sp>
      <p:sp>
        <p:nvSpPr>
          <p:cNvPr id="307" name="Google Shape;307;p29"/>
          <p:cNvSpPr/>
          <p:nvPr/>
        </p:nvSpPr>
        <p:spPr>
          <a:xfrm>
            <a:off x="1587250" y="32950"/>
            <a:ext cx="7505700" cy="572700"/>
          </a:xfrm>
          <a:prstGeom prst="roundRect">
            <a:avLst>
              <a:gd fmla="val 16667" name="adj"/>
            </a:avLst>
          </a:prstGeom>
          <a:solidFill>
            <a:schemeClr val="lt2"/>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8" name="Google Shape;308;p29"/>
          <p:cNvPicPr preferRelativeResize="0"/>
          <p:nvPr/>
        </p:nvPicPr>
        <p:blipFill rotWithShape="1">
          <a:blip r:embed="rId17">
            <a:alphaModFix/>
          </a:blip>
          <a:srcRect b="9070" l="9471" r="9446" t="12475"/>
          <a:stretch/>
        </p:blipFill>
        <p:spPr>
          <a:xfrm>
            <a:off x="3477393" y="292368"/>
            <a:ext cx="393871" cy="288598"/>
          </a:xfrm>
          <a:prstGeom prst="rect">
            <a:avLst/>
          </a:prstGeom>
          <a:noFill/>
          <a:ln>
            <a:noFill/>
          </a:ln>
        </p:spPr>
      </p:pic>
      <p:pic>
        <p:nvPicPr>
          <p:cNvPr id="309" name="Google Shape;309;p29"/>
          <p:cNvPicPr preferRelativeResize="0"/>
          <p:nvPr/>
        </p:nvPicPr>
        <p:blipFill>
          <a:blip r:embed="rId18">
            <a:alphaModFix/>
          </a:blip>
          <a:stretch>
            <a:fillRect/>
          </a:stretch>
        </p:blipFill>
        <p:spPr>
          <a:xfrm>
            <a:off x="3548663" y="2351744"/>
            <a:ext cx="704347" cy="270000"/>
          </a:xfrm>
          <a:prstGeom prst="rect">
            <a:avLst/>
          </a:prstGeom>
          <a:noFill/>
          <a:ln>
            <a:noFill/>
          </a:ln>
        </p:spPr>
      </p:pic>
      <p:pic>
        <p:nvPicPr>
          <p:cNvPr id="310" name="Google Shape;310;p29"/>
          <p:cNvPicPr preferRelativeResize="0"/>
          <p:nvPr/>
        </p:nvPicPr>
        <p:blipFill rotWithShape="1">
          <a:blip r:embed="rId19">
            <a:alphaModFix/>
          </a:blip>
          <a:srcRect b="14713" l="12845" r="12689" t="13339"/>
          <a:stretch/>
        </p:blipFill>
        <p:spPr>
          <a:xfrm>
            <a:off x="7298178" y="303442"/>
            <a:ext cx="556735" cy="215150"/>
          </a:xfrm>
          <a:prstGeom prst="rect">
            <a:avLst/>
          </a:prstGeom>
          <a:noFill/>
          <a:ln>
            <a:noFill/>
          </a:ln>
        </p:spPr>
      </p:pic>
      <p:pic>
        <p:nvPicPr>
          <p:cNvPr id="311" name="Google Shape;311;p29"/>
          <p:cNvPicPr preferRelativeResize="0"/>
          <p:nvPr/>
        </p:nvPicPr>
        <p:blipFill>
          <a:blip r:embed="rId20">
            <a:alphaModFix/>
          </a:blip>
          <a:stretch>
            <a:fillRect/>
          </a:stretch>
        </p:blipFill>
        <p:spPr>
          <a:xfrm>
            <a:off x="1762329" y="51237"/>
            <a:ext cx="488335" cy="252000"/>
          </a:xfrm>
          <a:prstGeom prst="rect">
            <a:avLst/>
          </a:prstGeom>
          <a:noFill/>
          <a:ln>
            <a:noFill/>
          </a:ln>
        </p:spPr>
      </p:pic>
      <p:pic>
        <p:nvPicPr>
          <p:cNvPr id="312" name="Google Shape;312;p29"/>
          <p:cNvPicPr preferRelativeResize="0"/>
          <p:nvPr/>
        </p:nvPicPr>
        <p:blipFill>
          <a:blip r:embed="rId21">
            <a:alphaModFix/>
          </a:blip>
          <a:stretch>
            <a:fillRect/>
          </a:stretch>
        </p:blipFill>
        <p:spPr>
          <a:xfrm>
            <a:off x="8716627" y="117875"/>
            <a:ext cx="246300" cy="172126"/>
          </a:xfrm>
          <a:prstGeom prst="rect">
            <a:avLst/>
          </a:prstGeom>
          <a:noFill/>
          <a:ln>
            <a:noFill/>
          </a:ln>
        </p:spPr>
      </p:pic>
      <p:pic>
        <p:nvPicPr>
          <p:cNvPr id="313" name="Google Shape;313;p29"/>
          <p:cNvPicPr preferRelativeResize="0"/>
          <p:nvPr/>
        </p:nvPicPr>
        <p:blipFill>
          <a:blip r:embed="rId22">
            <a:alphaModFix/>
          </a:blip>
          <a:stretch>
            <a:fillRect/>
          </a:stretch>
        </p:blipFill>
        <p:spPr>
          <a:xfrm>
            <a:off x="3977562" y="382494"/>
            <a:ext cx="393875" cy="124315"/>
          </a:xfrm>
          <a:prstGeom prst="rect">
            <a:avLst/>
          </a:prstGeom>
          <a:noFill/>
          <a:ln>
            <a:noFill/>
          </a:ln>
        </p:spPr>
      </p:pic>
      <p:pic>
        <p:nvPicPr>
          <p:cNvPr id="314" name="Google Shape;314;p29"/>
          <p:cNvPicPr preferRelativeResize="0"/>
          <p:nvPr/>
        </p:nvPicPr>
        <p:blipFill>
          <a:blip r:embed="rId23">
            <a:alphaModFix/>
          </a:blip>
          <a:stretch>
            <a:fillRect/>
          </a:stretch>
        </p:blipFill>
        <p:spPr>
          <a:xfrm>
            <a:off x="8406725" y="360555"/>
            <a:ext cx="158150" cy="197495"/>
          </a:xfrm>
          <a:prstGeom prst="rect">
            <a:avLst/>
          </a:prstGeom>
          <a:noFill/>
          <a:ln>
            <a:noFill/>
          </a:ln>
        </p:spPr>
      </p:pic>
      <p:pic>
        <p:nvPicPr>
          <p:cNvPr id="315" name="Google Shape;315;p29"/>
          <p:cNvPicPr preferRelativeResize="0"/>
          <p:nvPr/>
        </p:nvPicPr>
        <p:blipFill>
          <a:blip r:embed="rId24">
            <a:alphaModFix/>
          </a:blip>
          <a:stretch>
            <a:fillRect/>
          </a:stretch>
        </p:blipFill>
        <p:spPr>
          <a:xfrm>
            <a:off x="6020091" y="419030"/>
            <a:ext cx="393875" cy="152558"/>
          </a:xfrm>
          <a:prstGeom prst="rect">
            <a:avLst/>
          </a:prstGeom>
          <a:noFill/>
          <a:ln>
            <a:noFill/>
          </a:ln>
        </p:spPr>
      </p:pic>
      <p:pic>
        <p:nvPicPr>
          <p:cNvPr id="316" name="Google Shape;316;p29"/>
          <p:cNvPicPr preferRelativeResize="0"/>
          <p:nvPr/>
        </p:nvPicPr>
        <p:blipFill>
          <a:blip r:embed="rId25">
            <a:alphaModFix/>
          </a:blip>
          <a:stretch>
            <a:fillRect/>
          </a:stretch>
        </p:blipFill>
        <p:spPr>
          <a:xfrm>
            <a:off x="7342290" y="1444487"/>
            <a:ext cx="704348" cy="247624"/>
          </a:xfrm>
          <a:prstGeom prst="rect">
            <a:avLst/>
          </a:prstGeom>
          <a:noFill/>
          <a:ln>
            <a:noFill/>
          </a:ln>
        </p:spPr>
      </p:pic>
      <p:pic>
        <p:nvPicPr>
          <p:cNvPr id="317" name="Google Shape;317;p29"/>
          <p:cNvPicPr preferRelativeResize="0"/>
          <p:nvPr/>
        </p:nvPicPr>
        <p:blipFill rotWithShape="1">
          <a:blip r:embed="rId26">
            <a:alphaModFix/>
          </a:blip>
          <a:srcRect b="38523" l="8995" r="6467" t="36541"/>
          <a:stretch/>
        </p:blipFill>
        <p:spPr>
          <a:xfrm>
            <a:off x="3774388" y="103208"/>
            <a:ext cx="776136" cy="152576"/>
          </a:xfrm>
          <a:prstGeom prst="rect">
            <a:avLst/>
          </a:prstGeom>
          <a:noFill/>
          <a:ln>
            <a:noFill/>
          </a:ln>
        </p:spPr>
      </p:pic>
      <p:pic>
        <p:nvPicPr>
          <p:cNvPr id="318" name="Google Shape;318;p29"/>
          <p:cNvPicPr preferRelativeResize="0"/>
          <p:nvPr/>
        </p:nvPicPr>
        <p:blipFill rotWithShape="1">
          <a:blip r:embed="rId27">
            <a:alphaModFix/>
          </a:blip>
          <a:srcRect b="16863" l="0" r="0" t="15579"/>
          <a:stretch/>
        </p:blipFill>
        <p:spPr>
          <a:xfrm>
            <a:off x="4706325" y="292411"/>
            <a:ext cx="427150" cy="288576"/>
          </a:xfrm>
          <a:prstGeom prst="rect">
            <a:avLst/>
          </a:prstGeom>
          <a:noFill/>
          <a:ln>
            <a:noFill/>
          </a:ln>
        </p:spPr>
      </p:pic>
      <p:pic>
        <p:nvPicPr>
          <p:cNvPr id="319" name="Google Shape;319;p29"/>
          <p:cNvPicPr preferRelativeResize="0"/>
          <p:nvPr/>
        </p:nvPicPr>
        <p:blipFill rotWithShape="1">
          <a:blip r:embed="rId27">
            <a:alphaModFix/>
          </a:blip>
          <a:srcRect b="16863" l="0" r="0" t="15579"/>
          <a:stretch/>
        </p:blipFill>
        <p:spPr>
          <a:xfrm>
            <a:off x="2994725" y="32949"/>
            <a:ext cx="427150" cy="288576"/>
          </a:xfrm>
          <a:prstGeom prst="rect">
            <a:avLst/>
          </a:prstGeom>
          <a:noFill/>
          <a:ln>
            <a:noFill/>
          </a:ln>
        </p:spPr>
      </p:pic>
      <p:pic>
        <p:nvPicPr>
          <p:cNvPr id="320" name="Google Shape;320;p29"/>
          <p:cNvPicPr preferRelativeResize="0"/>
          <p:nvPr/>
        </p:nvPicPr>
        <p:blipFill>
          <a:blip r:embed="rId28">
            <a:alphaModFix/>
          </a:blip>
          <a:stretch>
            <a:fillRect/>
          </a:stretch>
        </p:blipFill>
        <p:spPr>
          <a:xfrm>
            <a:off x="4929978" y="2355575"/>
            <a:ext cx="820259" cy="215150"/>
          </a:xfrm>
          <a:prstGeom prst="rect">
            <a:avLst/>
          </a:prstGeom>
          <a:noFill/>
          <a:ln>
            <a:noFill/>
          </a:ln>
        </p:spPr>
      </p:pic>
      <p:pic>
        <p:nvPicPr>
          <p:cNvPr id="321" name="Google Shape;321;p29"/>
          <p:cNvPicPr preferRelativeResize="0"/>
          <p:nvPr/>
        </p:nvPicPr>
        <p:blipFill rotWithShape="1">
          <a:blip r:embed="rId17">
            <a:alphaModFix/>
          </a:blip>
          <a:srcRect b="9070" l="9471" r="9446" t="12475"/>
          <a:stretch/>
        </p:blipFill>
        <p:spPr>
          <a:xfrm>
            <a:off x="413493" y="1432618"/>
            <a:ext cx="393871" cy="288598"/>
          </a:xfrm>
          <a:prstGeom prst="rect">
            <a:avLst/>
          </a:prstGeom>
          <a:noFill/>
          <a:ln>
            <a:noFill/>
          </a:ln>
        </p:spPr>
      </p:pic>
      <p:pic>
        <p:nvPicPr>
          <p:cNvPr id="322" name="Google Shape;322;p29"/>
          <p:cNvPicPr preferRelativeResize="0"/>
          <p:nvPr/>
        </p:nvPicPr>
        <p:blipFill>
          <a:blip r:embed="rId21">
            <a:alphaModFix/>
          </a:blip>
          <a:stretch>
            <a:fillRect/>
          </a:stretch>
        </p:blipFill>
        <p:spPr>
          <a:xfrm>
            <a:off x="909127" y="1444737"/>
            <a:ext cx="246300" cy="172126"/>
          </a:xfrm>
          <a:prstGeom prst="rect">
            <a:avLst/>
          </a:prstGeom>
          <a:noFill/>
          <a:ln>
            <a:noFill/>
          </a:ln>
        </p:spPr>
      </p:pic>
      <p:pic>
        <p:nvPicPr>
          <p:cNvPr id="323" name="Google Shape;323;p29"/>
          <p:cNvPicPr preferRelativeResize="0"/>
          <p:nvPr/>
        </p:nvPicPr>
        <p:blipFill>
          <a:blip r:embed="rId22">
            <a:alphaModFix/>
          </a:blip>
          <a:stretch>
            <a:fillRect/>
          </a:stretch>
        </p:blipFill>
        <p:spPr>
          <a:xfrm>
            <a:off x="505962" y="1802169"/>
            <a:ext cx="393875" cy="124315"/>
          </a:xfrm>
          <a:prstGeom prst="rect">
            <a:avLst/>
          </a:prstGeom>
          <a:noFill/>
          <a:ln>
            <a:noFill/>
          </a:ln>
        </p:spPr>
      </p:pic>
      <p:pic>
        <p:nvPicPr>
          <p:cNvPr id="324" name="Google Shape;324;p29"/>
          <p:cNvPicPr preferRelativeResize="0"/>
          <p:nvPr/>
        </p:nvPicPr>
        <p:blipFill>
          <a:blip r:embed="rId23">
            <a:alphaModFix/>
          </a:blip>
          <a:stretch>
            <a:fillRect/>
          </a:stretch>
        </p:blipFill>
        <p:spPr>
          <a:xfrm>
            <a:off x="1431625" y="1432055"/>
            <a:ext cx="158150" cy="197495"/>
          </a:xfrm>
          <a:prstGeom prst="rect">
            <a:avLst/>
          </a:prstGeom>
          <a:noFill/>
          <a:ln>
            <a:noFill/>
          </a:ln>
        </p:spPr>
      </p:pic>
      <p:pic>
        <p:nvPicPr>
          <p:cNvPr id="325" name="Google Shape;325;p29"/>
          <p:cNvPicPr preferRelativeResize="0"/>
          <p:nvPr/>
        </p:nvPicPr>
        <p:blipFill>
          <a:blip r:embed="rId24">
            <a:alphaModFix/>
          </a:blip>
          <a:stretch>
            <a:fillRect/>
          </a:stretch>
        </p:blipFill>
        <p:spPr>
          <a:xfrm>
            <a:off x="1142516" y="1802180"/>
            <a:ext cx="393875" cy="152558"/>
          </a:xfrm>
          <a:prstGeom prst="rect">
            <a:avLst/>
          </a:prstGeom>
          <a:noFill/>
          <a:ln>
            <a:noFill/>
          </a:ln>
        </p:spPr>
      </p:pic>
      <p:pic>
        <p:nvPicPr>
          <p:cNvPr id="326" name="Google Shape;326;p29"/>
          <p:cNvPicPr preferRelativeResize="0"/>
          <p:nvPr/>
        </p:nvPicPr>
        <p:blipFill>
          <a:blip r:embed="rId20">
            <a:alphaModFix/>
          </a:blip>
          <a:stretch>
            <a:fillRect/>
          </a:stretch>
        </p:blipFill>
        <p:spPr>
          <a:xfrm>
            <a:off x="2144779" y="2360675"/>
            <a:ext cx="488335" cy="252000"/>
          </a:xfrm>
          <a:prstGeom prst="rect">
            <a:avLst/>
          </a:prstGeom>
          <a:noFill/>
          <a:ln>
            <a:noFill/>
          </a:ln>
        </p:spPr>
      </p:pic>
      <p:pic>
        <p:nvPicPr>
          <p:cNvPr id="327" name="Google Shape;327;p29"/>
          <p:cNvPicPr preferRelativeResize="0"/>
          <p:nvPr/>
        </p:nvPicPr>
        <p:blipFill rotWithShape="1">
          <a:blip r:embed="rId19">
            <a:alphaModFix/>
          </a:blip>
          <a:srcRect b="14713" l="12845" r="12689" t="13339"/>
          <a:stretch/>
        </p:blipFill>
        <p:spPr>
          <a:xfrm>
            <a:off x="3808166" y="1330817"/>
            <a:ext cx="556735" cy="215150"/>
          </a:xfrm>
          <a:prstGeom prst="rect">
            <a:avLst/>
          </a:prstGeom>
          <a:noFill/>
          <a:ln>
            <a:noFill/>
          </a:ln>
        </p:spPr>
      </p:pic>
      <p:pic>
        <p:nvPicPr>
          <p:cNvPr id="328" name="Google Shape;328;p29"/>
          <p:cNvPicPr preferRelativeResize="0"/>
          <p:nvPr/>
        </p:nvPicPr>
        <p:blipFill rotWithShape="1">
          <a:blip r:embed="rId26">
            <a:alphaModFix/>
          </a:blip>
          <a:srcRect b="38523" l="8995" r="6467" t="36541"/>
          <a:stretch/>
        </p:blipFill>
        <p:spPr>
          <a:xfrm>
            <a:off x="4531825" y="1362108"/>
            <a:ext cx="776136" cy="152576"/>
          </a:xfrm>
          <a:prstGeom prst="rect">
            <a:avLst/>
          </a:prstGeom>
          <a:noFill/>
          <a:ln>
            <a:noFill/>
          </a:ln>
        </p:spPr>
      </p:pic>
      <p:pic>
        <p:nvPicPr>
          <p:cNvPr id="329" name="Google Shape;329;p29"/>
          <p:cNvPicPr preferRelativeResize="0"/>
          <p:nvPr/>
        </p:nvPicPr>
        <p:blipFill rotWithShape="1">
          <a:blip r:embed="rId27">
            <a:alphaModFix/>
          </a:blip>
          <a:srcRect b="16863" l="0" r="0" t="15579"/>
          <a:stretch/>
        </p:blipFill>
        <p:spPr>
          <a:xfrm>
            <a:off x="8157675" y="1431999"/>
            <a:ext cx="427150" cy="288576"/>
          </a:xfrm>
          <a:prstGeom prst="rect">
            <a:avLst/>
          </a:prstGeom>
          <a:noFill/>
          <a:ln>
            <a:noFill/>
          </a:ln>
        </p:spPr>
      </p:pic>
      <p:pic>
        <p:nvPicPr>
          <p:cNvPr id="330" name="Google Shape;330;p29"/>
          <p:cNvPicPr preferRelativeResize="0"/>
          <p:nvPr/>
        </p:nvPicPr>
        <p:blipFill rotWithShape="1">
          <a:blip r:embed="rId27">
            <a:alphaModFix/>
          </a:blip>
          <a:srcRect b="16863" l="0" r="0" t="15579"/>
          <a:stretch/>
        </p:blipFill>
        <p:spPr>
          <a:xfrm>
            <a:off x="7862825" y="2157536"/>
            <a:ext cx="427150" cy="288576"/>
          </a:xfrm>
          <a:prstGeom prst="rect">
            <a:avLst/>
          </a:prstGeom>
          <a:noFill/>
          <a:ln>
            <a:noFill/>
          </a:ln>
        </p:spPr>
      </p:pic>
      <p:pic>
        <p:nvPicPr>
          <p:cNvPr id="331" name="Google Shape;331;p29"/>
          <p:cNvPicPr preferRelativeResize="0"/>
          <p:nvPr/>
        </p:nvPicPr>
        <p:blipFill rotWithShape="1">
          <a:blip r:embed="rId27">
            <a:alphaModFix/>
          </a:blip>
          <a:srcRect b="16863" l="0" r="0" t="15579"/>
          <a:stretch/>
        </p:blipFill>
        <p:spPr>
          <a:xfrm>
            <a:off x="4402538" y="2342386"/>
            <a:ext cx="427150" cy="2885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0"/>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AssoConnect </a:t>
            </a:r>
            <a:endParaRPr/>
          </a:p>
        </p:txBody>
      </p:sp>
      <p:pic>
        <p:nvPicPr>
          <p:cNvPr id="337" name="Google Shape;337;p30"/>
          <p:cNvPicPr preferRelativeResize="0"/>
          <p:nvPr/>
        </p:nvPicPr>
        <p:blipFill>
          <a:blip r:embed="rId3">
            <a:alphaModFix/>
          </a:blip>
          <a:stretch>
            <a:fillRect/>
          </a:stretch>
        </p:blipFill>
        <p:spPr>
          <a:xfrm>
            <a:off x="6781100" y="52400"/>
            <a:ext cx="2051200" cy="1159350"/>
          </a:xfrm>
          <a:prstGeom prst="rect">
            <a:avLst/>
          </a:prstGeom>
          <a:noFill/>
          <a:ln>
            <a:noFill/>
          </a:ln>
        </p:spPr>
      </p:pic>
      <p:sp>
        <p:nvSpPr>
          <p:cNvPr id="338" name="Google Shape;338;p30"/>
          <p:cNvSpPr txBox="1"/>
          <p:nvPr>
            <p:ph idx="1" type="body"/>
          </p:nvPr>
        </p:nvSpPr>
        <p:spPr>
          <a:xfrm>
            <a:off x="311700" y="1000750"/>
            <a:ext cx="8520600" cy="34164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At AssoConnect, we primarily extract our data from computer databases stored on MySQL Azure.</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Rudderstack allows us to track our product usage more accurately than Google Analytics.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Hubspot and Intercom are used by the sales and customer relationship management teams.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use Fivetran and Stitch to upload data to BigQuery depending on the data source and volume.</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Dbt allows us to model the data which is then viewed either on Tableau for in-depth analysis or on ReDash for operational reporting.</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To activate the enriched data to our business tools, we do not yet have a specific tool. We develop custom scripts.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have a small </a:t>
            </a:r>
            <a:r>
              <a:rPr b="1" lang="en-GB" sz="1100">
                <a:solidFill>
                  <a:schemeClr val="dk1"/>
                </a:solidFill>
                <a:latin typeface="Arial"/>
                <a:ea typeface="Arial"/>
                <a:cs typeface="Arial"/>
                <a:sym typeface="Arial"/>
              </a:rPr>
              <a:t>data team</a:t>
            </a:r>
            <a:r>
              <a:rPr lang="en-GB" sz="1100">
                <a:solidFill>
                  <a:schemeClr val="dk1"/>
                </a:solidFill>
                <a:latin typeface="Arial"/>
                <a:ea typeface="Arial"/>
                <a:cs typeface="Arial"/>
                <a:sym typeface="Arial"/>
              </a:rPr>
              <a:t> with one lead data which plays the role of Analytical Engineer to handle the whole value chain of the data.</a:t>
            </a:r>
            <a:br>
              <a:rPr lang="en-GB" sz="1100">
                <a:solidFill>
                  <a:schemeClr val="dk1"/>
                </a:solidFill>
                <a:latin typeface="Arial"/>
                <a:ea typeface="Arial"/>
                <a:cs typeface="Arial"/>
                <a:sym typeface="Arial"/>
              </a:rPr>
            </a:br>
            <a:r>
              <a:rPr lang="en-GB" sz="1100">
                <a:solidFill>
                  <a:schemeClr val="dk1"/>
                </a:solidFill>
                <a:latin typeface="Arial"/>
                <a:ea typeface="Arial"/>
                <a:cs typeface="Arial"/>
                <a:sym typeface="Arial"/>
              </a:rPr>
              <a:t>A junior data analyst was just hired but the objective is to form her to become an Analytical Engineer full stack.</a:t>
            </a:r>
            <a:br>
              <a:rPr lang="en-GB" sz="1100">
                <a:solidFill>
                  <a:schemeClr val="dk1"/>
                </a:solidFill>
                <a:latin typeface="Arial"/>
                <a:ea typeface="Arial"/>
                <a:cs typeface="Arial"/>
                <a:sym typeface="Arial"/>
              </a:rPr>
            </a:br>
            <a:r>
              <a:rPr lang="en-GB" sz="1100">
                <a:solidFill>
                  <a:schemeClr val="dk1"/>
                </a:solidFill>
                <a:latin typeface="Arial"/>
                <a:ea typeface="Arial"/>
                <a:cs typeface="Arial"/>
                <a:sym typeface="Arial"/>
              </a:rPr>
              <a:t>We rely a lot on our business teams where we formed one data referent in each of our 6 business units. They play a role of data hero and business analyst.</a:t>
            </a:r>
            <a:endParaRPr sz="11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1"/>
          <p:cNvSpPr/>
          <p:nvPr/>
        </p:nvSpPr>
        <p:spPr>
          <a:xfrm>
            <a:off x="288650" y="3562931"/>
            <a:ext cx="4079700" cy="239700"/>
          </a:xfrm>
          <a:prstGeom prst="chevron">
            <a:avLst>
              <a:gd fmla="val 50000" name="adj"/>
            </a:avLst>
          </a:prstGeom>
          <a:solidFill>
            <a:srgbClr val="EA999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980000"/>
                </a:solidFill>
                <a:latin typeface="Inter"/>
                <a:ea typeface="Inter"/>
                <a:cs typeface="Inter"/>
                <a:sym typeface="Inter"/>
              </a:rPr>
              <a:t>  DE</a:t>
            </a:r>
            <a:endParaRPr b="1">
              <a:solidFill>
                <a:srgbClr val="980000"/>
              </a:solidFill>
              <a:latin typeface="Inter"/>
              <a:ea typeface="Inter"/>
              <a:cs typeface="Inter"/>
              <a:sym typeface="Inter"/>
            </a:endParaRPr>
          </a:p>
        </p:txBody>
      </p:sp>
      <p:sp>
        <p:nvSpPr>
          <p:cNvPr id="344" name="Google Shape;344;p31"/>
          <p:cNvSpPr/>
          <p:nvPr/>
        </p:nvSpPr>
        <p:spPr>
          <a:xfrm>
            <a:off x="4479650" y="3562931"/>
            <a:ext cx="4079700" cy="239700"/>
          </a:xfrm>
          <a:prstGeom prst="chevron">
            <a:avLst>
              <a:gd fmla="val 50000" name="adj"/>
            </a:avLst>
          </a:prstGeom>
          <a:solidFill>
            <a:srgbClr val="FFE599"/>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9900"/>
                </a:solidFill>
                <a:latin typeface="Inter"/>
                <a:ea typeface="Inter"/>
                <a:cs typeface="Inter"/>
                <a:sym typeface="Inter"/>
              </a:rPr>
              <a:t>           DA</a:t>
            </a:r>
            <a:endParaRPr b="1">
              <a:solidFill>
                <a:srgbClr val="FF9900"/>
              </a:solidFill>
              <a:latin typeface="Inter"/>
              <a:ea typeface="Inter"/>
              <a:cs typeface="Inter"/>
              <a:sym typeface="Inter"/>
            </a:endParaRPr>
          </a:p>
        </p:txBody>
      </p:sp>
      <p:pic>
        <p:nvPicPr>
          <p:cNvPr id="345" name="Google Shape;345;p31"/>
          <p:cNvPicPr preferRelativeResize="0"/>
          <p:nvPr/>
        </p:nvPicPr>
        <p:blipFill>
          <a:blip r:embed="rId3">
            <a:alphaModFix/>
          </a:blip>
          <a:stretch>
            <a:fillRect/>
          </a:stretch>
        </p:blipFill>
        <p:spPr>
          <a:xfrm>
            <a:off x="1467950" y="3588625"/>
            <a:ext cx="184575" cy="184575"/>
          </a:xfrm>
          <a:prstGeom prst="rect">
            <a:avLst/>
          </a:prstGeom>
          <a:noFill/>
          <a:ln>
            <a:noFill/>
          </a:ln>
        </p:spPr>
      </p:pic>
      <p:sp>
        <p:nvSpPr>
          <p:cNvPr id="346" name="Google Shape;346;p31"/>
          <p:cNvSpPr/>
          <p:nvPr/>
        </p:nvSpPr>
        <p:spPr>
          <a:xfrm>
            <a:off x="3683475" y="4259230"/>
            <a:ext cx="1452600" cy="270000"/>
          </a:xfrm>
          <a:prstGeom prst="chevron">
            <a:avLst>
              <a:gd fmla="val 50000" name="adj"/>
            </a:avLst>
          </a:prstGeom>
          <a:solidFill>
            <a:srgbClr val="D9D2E9"/>
          </a:solid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9900FF"/>
                </a:solidFill>
                <a:latin typeface="Inter"/>
                <a:ea typeface="Inter"/>
                <a:cs typeface="Inter"/>
                <a:sym typeface="Inter"/>
              </a:rPr>
              <a:t>                DS</a:t>
            </a:r>
            <a:endParaRPr b="1" sz="1200">
              <a:solidFill>
                <a:srgbClr val="9900FF"/>
              </a:solidFill>
              <a:latin typeface="Inter"/>
              <a:ea typeface="Inter"/>
              <a:cs typeface="Inter"/>
              <a:sym typeface="Inter"/>
            </a:endParaRPr>
          </a:p>
        </p:txBody>
      </p:sp>
      <p:sp>
        <p:nvSpPr>
          <p:cNvPr id="347" name="Google Shape;347;p31"/>
          <p:cNvSpPr/>
          <p:nvPr/>
        </p:nvSpPr>
        <p:spPr>
          <a:xfrm>
            <a:off x="2498450" y="3889729"/>
            <a:ext cx="4079700" cy="248100"/>
          </a:xfrm>
          <a:prstGeom prst="chevron">
            <a:avLst>
              <a:gd fmla="val 50000" name="adj"/>
            </a:avLst>
          </a:prstGeom>
          <a:solidFill>
            <a:srgbClr val="C9DAF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1C4587"/>
                </a:solidFill>
                <a:latin typeface="Inter"/>
                <a:ea typeface="Inter"/>
                <a:cs typeface="Inter"/>
                <a:sym typeface="Inter"/>
              </a:rPr>
              <a:t>   AE</a:t>
            </a:r>
            <a:endParaRPr b="1">
              <a:solidFill>
                <a:srgbClr val="1C4587"/>
              </a:solidFill>
              <a:latin typeface="Inter"/>
              <a:ea typeface="Inter"/>
              <a:cs typeface="Inter"/>
              <a:sym typeface="Inter"/>
            </a:endParaRPr>
          </a:p>
        </p:txBody>
      </p:sp>
      <p:pic>
        <p:nvPicPr>
          <p:cNvPr id="348" name="Google Shape;348;p31"/>
          <p:cNvPicPr preferRelativeResize="0"/>
          <p:nvPr/>
        </p:nvPicPr>
        <p:blipFill>
          <a:blip r:embed="rId4">
            <a:alphaModFix/>
          </a:blip>
          <a:stretch>
            <a:fillRect/>
          </a:stretch>
        </p:blipFill>
        <p:spPr>
          <a:xfrm>
            <a:off x="3345450" y="3900524"/>
            <a:ext cx="184575" cy="215161"/>
          </a:xfrm>
          <a:prstGeom prst="rect">
            <a:avLst/>
          </a:prstGeom>
          <a:noFill/>
          <a:ln>
            <a:noFill/>
          </a:ln>
        </p:spPr>
      </p:pic>
      <p:sp>
        <p:nvSpPr>
          <p:cNvPr id="349" name="Google Shape;349;p31"/>
          <p:cNvSpPr/>
          <p:nvPr/>
        </p:nvSpPr>
        <p:spPr>
          <a:xfrm>
            <a:off x="6725625" y="3889729"/>
            <a:ext cx="2367000" cy="248100"/>
          </a:xfrm>
          <a:prstGeom prst="chevron">
            <a:avLst>
              <a:gd fmla="val 50000" name="adj"/>
            </a:avLst>
          </a:prstGeom>
          <a:solidFill>
            <a:srgbClr val="D9EAD3"/>
          </a:solidFill>
          <a:ln cap="flat" cmpd="sng" w="2857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274E13"/>
                </a:solidFill>
                <a:latin typeface="Inter"/>
                <a:ea typeface="Inter"/>
                <a:cs typeface="Inter"/>
                <a:sym typeface="Inter"/>
              </a:rPr>
              <a:t>          BA</a:t>
            </a:r>
            <a:endParaRPr b="1">
              <a:solidFill>
                <a:srgbClr val="274E13"/>
              </a:solidFill>
              <a:latin typeface="Inter"/>
              <a:ea typeface="Inter"/>
              <a:cs typeface="Inter"/>
              <a:sym typeface="Inter"/>
            </a:endParaRPr>
          </a:p>
        </p:txBody>
      </p:sp>
      <p:pic>
        <p:nvPicPr>
          <p:cNvPr id="350" name="Google Shape;350;p31"/>
          <p:cNvPicPr preferRelativeResize="0"/>
          <p:nvPr/>
        </p:nvPicPr>
        <p:blipFill>
          <a:blip r:embed="rId5">
            <a:alphaModFix/>
          </a:blip>
          <a:stretch>
            <a:fillRect/>
          </a:stretch>
        </p:blipFill>
        <p:spPr>
          <a:xfrm>
            <a:off x="7052751" y="3918682"/>
            <a:ext cx="184575" cy="184575"/>
          </a:xfrm>
          <a:prstGeom prst="rect">
            <a:avLst/>
          </a:prstGeom>
          <a:noFill/>
          <a:ln>
            <a:noFill/>
          </a:ln>
        </p:spPr>
      </p:pic>
      <p:sp>
        <p:nvSpPr>
          <p:cNvPr id="351" name="Google Shape;351;p31"/>
          <p:cNvSpPr/>
          <p:nvPr/>
        </p:nvSpPr>
        <p:spPr>
          <a:xfrm>
            <a:off x="96225" y="3889729"/>
            <a:ext cx="2284200" cy="248100"/>
          </a:xfrm>
          <a:prstGeom prst="chevron">
            <a:avLst>
              <a:gd fmla="val 50000"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00FF"/>
                </a:solidFill>
                <a:latin typeface="Inter"/>
                <a:ea typeface="Inter"/>
                <a:cs typeface="Inter"/>
                <a:sym typeface="Inter"/>
              </a:rPr>
              <a:t>            D.Ops</a:t>
            </a:r>
            <a:endParaRPr b="1">
              <a:solidFill>
                <a:srgbClr val="FF00FF"/>
              </a:solidFill>
              <a:latin typeface="Inter"/>
              <a:ea typeface="Inter"/>
              <a:cs typeface="Inter"/>
              <a:sym typeface="Inter"/>
            </a:endParaRPr>
          </a:p>
        </p:txBody>
      </p:sp>
      <p:pic>
        <p:nvPicPr>
          <p:cNvPr id="352" name="Google Shape;352;p31"/>
          <p:cNvPicPr preferRelativeResize="0"/>
          <p:nvPr/>
        </p:nvPicPr>
        <p:blipFill>
          <a:blip r:embed="rId6">
            <a:alphaModFix/>
          </a:blip>
          <a:stretch>
            <a:fillRect/>
          </a:stretch>
        </p:blipFill>
        <p:spPr>
          <a:xfrm>
            <a:off x="505950" y="3895467"/>
            <a:ext cx="208975" cy="208950"/>
          </a:xfrm>
          <a:prstGeom prst="rect">
            <a:avLst/>
          </a:prstGeom>
          <a:noFill/>
          <a:ln>
            <a:noFill/>
          </a:ln>
        </p:spPr>
      </p:pic>
      <p:pic>
        <p:nvPicPr>
          <p:cNvPr id="353" name="Google Shape;353;p31"/>
          <p:cNvPicPr preferRelativeResize="0"/>
          <p:nvPr/>
        </p:nvPicPr>
        <p:blipFill>
          <a:blip r:embed="rId7">
            <a:alphaModFix/>
          </a:blip>
          <a:stretch>
            <a:fillRect/>
          </a:stretch>
        </p:blipFill>
        <p:spPr>
          <a:xfrm>
            <a:off x="3990290" y="4289125"/>
            <a:ext cx="208975" cy="208975"/>
          </a:xfrm>
          <a:prstGeom prst="rect">
            <a:avLst/>
          </a:prstGeom>
          <a:noFill/>
          <a:ln>
            <a:noFill/>
          </a:ln>
        </p:spPr>
      </p:pic>
      <p:pic>
        <p:nvPicPr>
          <p:cNvPr id="354" name="Google Shape;354;p31"/>
          <p:cNvPicPr preferRelativeResize="0"/>
          <p:nvPr/>
        </p:nvPicPr>
        <p:blipFill>
          <a:blip r:embed="rId8">
            <a:alphaModFix/>
          </a:blip>
          <a:stretch>
            <a:fillRect/>
          </a:stretch>
        </p:blipFill>
        <p:spPr>
          <a:xfrm>
            <a:off x="5641716" y="3567804"/>
            <a:ext cx="208975" cy="208975"/>
          </a:xfrm>
          <a:prstGeom prst="rect">
            <a:avLst/>
          </a:prstGeom>
          <a:noFill/>
          <a:ln>
            <a:noFill/>
          </a:ln>
        </p:spPr>
      </p:pic>
      <p:sp>
        <p:nvSpPr>
          <p:cNvPr id="355" name="Google Shape;355;p31"/>
          <p:cNvSpPr/>
          <p:nvPr/>
        </p:nvSpPr>
        <p:spPr>
          <a:xfrm>
            <a:off x="3260475" y="979821"/>
            <a:ext cx="2444100" cy="1165500"/>
          </a:xfrm>
          <a:prstGeom prst="round2SameRect">
            <a:avLst>
              <a:gd fmla="val 3116" name="adj1"/>
              <a:gd fmla="val 0" name="adj2"/>
            </a:avLst>
          </a:prstGeom>
          <a:no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p:nvPr/>
        </p:nvSpPr>
        <p:spPr>
          <a:xfrm>
            <a:off x="297700" y="1017121"/>
            <a:ext cx="1414200" cy="1119600"/>
          </a:xfrm>
          <a:prstGeom prst="round2SameRect">
            <a:avLst>
              <a:gd fmla="val 3116" name="adj1"/>
              <a:gd fmla="val 0" name="adj2"/>
            </a:avLst>
          </a:prstGeom>
          <a:no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p:nvPr/>
        </p:nvSpPr>
        <p:spPr>
          <a:xfrm>
            <a:off x="297675" y="1007437"/>
            <a:ext cx="1414200" cy="252000"/>
          </a:xfrm>
          <a:prstGeom prst="round2SameRect">
            <a:avLst>
              <a:gd fmla="val 16667" name="adj1"/>
              <a:gd fmla="val 0" name="adj2"/>
            </a:avLst>
          </a:prstGeom>
          <a:solidFill>
            <a:srgbClr val="4D04C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Data sources</a:t>
            </a:r>
            <a:endParaRPr sz="1200">
              <a:solidFill>
                <a:schemeClr val="lt1"/>
              </a:solidFill>
              <a:latin typeface="Inter"/>
              <a:ea typeface="Inter"/>
              <a:cs typeface="Inter"/>
              <a:sym typeface="Inter"/>
            </a:endParaRPr>
          </a:p>
        </p:txBody>
      </p:sp>
      <p:sp>
        <p:nvSpPr>
          <p:cNvPr id="358" name="Google Shape;358;p31"/>
          <p:cNvSpPr/>
          <p:nvPr/>
        </p:nvSpPr>
        <p:spPr>
          <a:xfrm>
            <a:off x="366521" y="1042121"/>
            <a:ext cx="198000" cy="197400"/>
          </a:xfrm>
          <a:prstGeom prst="roundRect">
            <a:avLst>
              <a:gd fmla="val 16667" name="adj"/>
            </a:avLst>
          </a:prstGeom>
          <a:solidFill>
            <a:schemeClr val="lt1"/>
          </a:solid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9" name="Google Shape;359;p31"/>
          <p:cNvPicPr preferRelativeResize="0"/>
          <p:nvPr/>
        </p:nvPicPr>
        <p:blipFill>
          <a:blip r:embed="rId9">
            <a:alphaModFix/>
          </a:blip>
          <a:stretch>
            <a:fillRect/>
          </a:stretch>
        </p:blipFill>
        <p:spPr>
          <a:xfrm>
            <a:off x="371670" y="1041636"/>
            <a:ext cx="182769" cy="182321"/>
          </a:xfrm>
          <a:prstGeom prst="rect">
            <a:avLst/>
          </a:prstGeom>
          <a:noFill/>
          <a:ln>
            <a:noFill/>
          </a:ln>
          <a:effectLst>
            <a:outerShdw blurRad="57150" rotWithShape="0" algn="bl" dir="5400000" dist="19050">
              <a:srgbClr val="000000">
                <a:alpha val="50000"/>
              </a:srgbClr>
            </a:outerShdw>
          </a:effectLst>
        </p:spPr>
      </p:pic>
      <p:sp>
        <p:nvSpPr>
          <p:cNvPr id="360" name="Google Shape;360;p31"/>
          <p:cNvSpPr/>
          <p:nvPr/>
        </p:nvSpPr>
        <p:spPr>
          <a:xfrm>
            <a:off x="1779075" y="1627424"/>
            <a:ext cx="1414200" cy="252000"/>
          </a:xfrm>
          <a:prstGeom prst="homePlate">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1" name="Google Shape;361;p31"/>
          <p:cNvCxnSpPr/>
          <p:nvPr/>
        </p:nvCxnSpPr>
        <p:spPr>
          <a:xfrm rot="10800000">
            <a:off x="2423175" y="1727024"/>
            <a:ext cx="3300" cy="224700"/>
          </a:xfrm>
          <a:prstGeom prst="straightConnector1">
            <a:avLst/>
          </a:prstGeom>
          <a:noFill/>
          <a:ln cap="flat" cmpd="sng" w="28575">
            <a:solidFill>
              <a:srgbClr val="FF0000"/>
            </a:solidFill>
            <a:prstDash val="solid"/>
            <a:round/>
            <a:headEnd len="med" w="med" type="none"/>
            <a:tailEnd len="med" w="med" type="none"/>
          </a:ln>
        </p:spPr>
      </p:cxnSp>
      <p:sp>
        <p:nvSpPr>
          <p:cNvPr id="362" name="Google Shape;362;p31"/>
          <p:cNvSpPr/>
          <p:nvPr/>
        </p:nvSpPr>
        <p:spPr>
          <a:xfrm>
            <a:off x="5817068" y="1804062"/>
            <a:ext cx="1414200" cy="2520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3" name="Google Shape;363;p31"/>
          <p:cNvCxnSpPr>
            <a:stCxn id="364" idx="0"/>
            <a:endCxn id="362" idx="2"/>
          </p:cNvCxnSpPr>
          <p:nvPr/>
        </p:nvCxnSpPr>
        <p:spPr>
          <a:xfrm rot="10800000">
            <a:off x="6461020" y="2056162"/>
            <a:ext cx="1800" cy="185400"/>
          </a:xfrm>
          <a:prstGeom prst="straightConnector1">
            <a:avLst/>
          </a:prstGeom>
          <a:noFill/>
          <a:ln cap="flat" cmpd="sng" w="28575">
            <a:solidFill>
              <a:schemeClr val="accent4"/>
            </a:solidFill>
            <a:prstDash val="solid"/>
            <a:round/>
            <a:headEnd len="med" w="med" type="none"/>
            <a:tailEnd len="med" w="med" type="none"/>
          </a:ln>
        </p:spPr>
      </p:cxnSp>
      <p:sp>
        <p:nvSpPr>
          <p:cNvPr id="364" name="Google Shape;364;p31"/>
          <p:cNvSpPr/>
          <p:nvPr/>
        </p:nvSpPr>
        <p:spPr>
          <a:xfrm>
            <a:off x="5905870" y="2241562"/>
            <a:ext cx="1113900" cy="25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chemeClr val="accent4"/>
                </a:solidFill>
                <a:latin typeface="Inter SemiBold"/>
                <a:ea typeface="Inter SemiBold"/>
                <a:cs typeface="Inter SemiBold"/>
                <a:sym typeface="Inter SemiBold"/>
              </a:rPr>
              <a:t>         Analyse</a:t>
            </a:r>
            <a:endParaRPr i="1" sz="1000">
              <a:solidFill>
                <a:schemeClr val="accent4"/>
              </a:solidFill>
              <a:latin typeface="Inter SemiBold"/>
              <a:ea typeface="Inter SemiBold"/>
              <a:cs typeface="Inter SemiBold"/>
              <a:sym typeface="Inter SemiBold"/>
            </a:endParaRPr>
          </a:p>
        </p:txBody>
      </p:sp>
      <p:sp>
        <p:nvSpPr>
          <p:cNvPr id="365" name="Google Shape;365;p31"/>
          <p:cNvSpPr/>
          <p:nvPr/>
        </p:nvSpPr>
        <p:spPr>
          <a:xfrm>
            <a:off x="5904520" y="2241189"/>
            <a:ext cx="270000" cy="2520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1"/>
          <p:cNvSpPr/>
          <p:nvPr/>
        </p:nvSpPr>
        <p:spPr>
          <a:xfrm>
            <a:off x="5817068" y="1499262"/>
            <a:ext cx="1414200" cy="252000"/>
          </a:xfrm>
          <a:prstGeom prst="homePlate">
            <a:avLst>
              <a:gd fmla="val 50000"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7" name="Google Shape;367;p31"/>
          <p:cNvCxnSpPr/>
          <p:nvPr/>
        </p:nvCxnSpPr>
        <p:spPr>
          <a:xfrm flipH="1" rot="10800000">
            <a:off x="6461168" y="1402062"/>
            <a:ext cx="3300" cy="97200"/>
          </a:xfrm>
          <a:prstGeom prst="straightConnector1">
            <a:avLst/>
          </a:prstGeom>
          <a:noFill/>
          <a:ln cap="flat" cmpd="sng" w="28575">
            <a:solidFill>
              <a:srgbClr val="E7C60E"/>
            </a:solidFill>
            <a:prstDash val="solid"/>
            <a:round/>
            <a:headEnd len="med" w="med" type="none"/>
            <a:tailEnd len="med" w="med" type="none"/>
          </a:ln>
        </p:spPr>
      </p:cxnSp>
      <p:sp>
        <p:nvSpPr>
          <p:cNvPr id="368" name="Google Shape;368;p31"/>
          <p:cNvSpPr/>
          <p:nvPr/>
        </p:nvSpPr>
        <p:spPr>
          <a:xfrm>
            <a:off x="749600" y="2754796"/>
            <a:ext cx="6963300" cy="288600"/>
          </a:xfrm>
          <a:prstGeom prst="leftRightArrow">
            <a:avLst>
              <a:gd fmla="val 76182"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Orchestrate</a:t>
            </a:r>
            <a:endParaRPr sz="1200">
              <a:solidFill>
                <a:schemeClr val="lt1"/>
              </a:solidFill>
              <a:latin typeface="Inter"/>
              <a:ea typeface="Inter"/>
              <a:cs typeface="Inter"/>
              <a:sym typeface="Inter"/>
            </a:endParaRPr>
          </a:p>
        </p:txBody>
      </p:sp>
      <p:sp>
        <p:nvSpPr>
          <p:cNvPr id="369" name="Google Shape;369;p31"/>
          <p:cNvSpPr/>
          <p:nvPr/>
        </p:nvSpPr>
        <p:spPr>
          <a:xfrm flipH="1">
            <a:off x="2520050" y="3046875"/>
            <a:ext cx="3422400" cy="224700"/>
          </a:xfrm>
          <a:prstGeom prst="snip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Documentation</a:t>
            </a:r>
            <a:endParaRPr sz="1200">
              <a:solidFill>
                <a:schemeClr val="lt1"/>
              </a:solidFill>
              <a:latin typeface="Inter"/>
              <a:ea typeface="Inter"/>
              <a:cs typeface="Inter"/>
              <a:sym typeface="Inter"/>
            </a:endParaRPr>
          </a:p>
        </p:txBody>
      </p:sp>
      <p:pic>
        <p:nvPicPr>
          <p:cNvPr id="370" name="Google Shape;370;p31"/>
          <p:cNvPicPr preferRelativeResize="0"/>
          <p:nvPr/>
        </p:nvPicPr>
        <p:blipFill>
          <a:blip r:embed="rId10">
            <a:alphaModFix/>
          </a:blip>
          <a:stretch>
            <a:fillRect/>
          </a:stretch>
        </p:blipFill>
        <p:spPr>
          <a:xfrm>
            <a:off x="5959821" y="2289214"/>
            <a:ext cx="158150" cy="158150"/>
          </a:xfrm>
          <a:prstGeom prst="rect">
            <a:avLst/>
          </a:prstGeom>
          <a:noFill/>
          <a:ln>
            <a:noFill/>
          </a:ln>
        </p:spPr>
      </p:pic>
      <p:sp>
        <p:nvSpPr>
          <p:cNvPr id="371" name="Google Shape;371;p31"/>
          <p:cNvSpPr/>
          <p:nvPr/>
        </p:nvSpPr>
        <p:spPr>
          <a:xfrm>
            <a:off x="5871650" y="1159843"/>
            <a:ext cx="1113900" cy="252000"/>
          </a:xfrm>
          <a:prstGeom prst="roundRect">
            <a:avLst>
              <a:gd fmla="val 16667" name="adj"/>
            </a:avLst>
          </a:prstGeom>
          <a:noFill/>
          <a:ln cap="flat" cmpd="sng" w="19050">
            <a:solidFill>
              <a:srgbClr val="E7C60E"/>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rgbClr val="F1C232"/>
                </a:solidFill>
                <a:latin typeface="Inter SemiBold"/>
                <a:ea typeface="Inter SemiBold"/>
                <a:cs typeface="Inter SemiBold"/>
                <a:sym typeface="Inter SemiBold"/>
              </a:rPr>
              <a:t>          Activate</a:t>
            </a:r>
            <a:endParaRPr i="1" sz="1000">
              <a:solidFill>
                <a:srgbClr val="F1C232"/>
              </a:solidFill>
              <a:latin typeface="Inter SemiBold"/>
              <a:ea typeface="Inter SemiBold"/>
              <a:cs typeface="Inter SemiBold"/>
              <a:sym typeface="Inter SemiBold"/>
            </a:endParaRPr>
          </a:p>
        </p:txBody>
      </p:sp>
      <p:sp>
        <p:nvSpPr>
          <p:cNvPr id="372" name="Google Shape;372;p31"/>
          <p:cNvSpPr/>
          <p:nvPr/>
        </p:nvSpPr>
        <p:spPr>
          <a:xfrm>
            <a:off x="5858625" y="1150321"/>
            <a:ext cx="288600" cy="270000"/>
          </a:xfrm>
          <a:prstGeom prst="roundRect">
            <a:avLst>
              <a:gd fmla="val 16667"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3" name="Google Shape;373;p31"/>
          <p:cNvPicPr preferRelativeResize="0"/>
          <p:nvPr/>
        </p:nvPicPr>
        <p:blipFill>
          <a:blip r:embed="rId11">
            <a:alphaModFix/>
          </a:blip>
          <a:stretch>
            <a:fillRect/>
          </a:stretch>
        </p:blipFill>
        <p:spPr>
          <a:xfrm>
            <a:off x="5880456" y="1188543"/>
            <a:ext cx="204864" cy="178931"/>
          </a:xfrm>
          <a:prstGeom prst="rect">
            <a:avLst/>
          </a:prstGeom>
          <a:noFill/>
          <a:ln>
            <a:noFill/>
          </a:ln>
        </p:spPr>
      </p:pic>
      <p:sp>
        <p:nvSpPr>
          <p:cNvPr id="374" name="Google Shape;374;p31"/>
          <p:cNvSpPr/>
          <p:nvPr/>
        </p:nvSpPr>
        <p:spPr>
          <a:xfrm>
            <a:off x="3401200" y="1627425"/>
            <a:ext cx="2248200" cy="252000"/>
          </a:xfrm>
          <a:prstGeom prst="homePlate">
            <a:avLst>
              <a:gd fmla="val 50000"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5" name="Google Shape;375;p31"/>
          <p:cNvCxnSpPr/>
          <p:nvPr/>
        </p:nvCxnSpPr>
        <p:spPr>
          <a:xfrm rot="10800000">
            <a:off x="4368502" y="1741837"/>
            <a:ext cx="3300" cy="224700"/>
          </a:xfrm>
          <a:prstGeom prst="straightConnector1">
            <a:avLst/>
          </a:prstGeom>
          <a:noFill/>
          <a:ln cap="flat" cmpd="sng" w="28575">
            <a:solidFill>
              <a:srgbClr val="4A86E8"/>
            </a:solidFill>
            <a:prstDash val="solid"/>
            <a:round/>
            <a:headEnd len="med" w="med" type="none"/>
            <a:tailEnd len="med" w="med" type="none"/>
          </a:ln>
        </p:spPr>
      </p:cxnSp>
      <p:sp>
        <p:nvSpPr>
          <p:cNvPr id="376" name="Google Shape;376;p31"/>
          <p:cNvSpPr/>
          <p:nvPr/>
        </p:nvSpPr>
        <p:spPr>
          <a:xfrm>
            <a:off x="3813200" y="1966525"/>
            <a:ext cx="1113900" cy="756000"/>
          </a:xfrm>
          <a:prstGeom prst="roundRect">
            <a:avLst>
              <a:gd fmla="val 7231"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377" name="Google Shape;377;p31"/>
          <p:cNvSpPr/>
          <p:nvPr/>
        </p:nvSpPr>
        <p:spPr>
          <a:xfrm>
            <a:off x="3814852" y="1966537"/>
            <a:ext cx="1113900" cy="252000"/>
          </a:xfrm>
          <a:prstGeom prst="roundRect">
            <a:avLst>
              <a:gd fmla="val 16667"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a:t>
            </a:r>
            <a:r>
              <a:rPr i="1" lang="en-GB" sz="1000">
                <a:solidFill>
                  <a:srgbClr val="4A86E8"/>
                </a:solidFill>
                <a:latin typeface="Inter SemiBold"/>
                <a:ea typeface="Inter SemiBold"/>
                <a:cs typeface="Inter SemiBold"/>
                <a:sym typeface="Inter SemiBold"/>
              </a:rPr>
              <a:t>Transform</a:t>
            </a:r>
            <a:endParaRPr i="1" sz="1000">
              <a:solidFill>
                <a:srgbClr val="4A86E8"/>
              </a:solidFill>
              <a:latin typeface="Inter SemiBold"/>
              <a:ea typeface="Inter SemiBold"/>
              <a:cs typeface="Inter SemiBold"/>
              <a:sym typeface="Inter SemiBold"/>
            </a:endParaRPr>
          </a:p>
        </p:txBody>
      </p:sp>
      <p:sp>
        <p:nvSpPr>
          <p:cNvPr id="378" name="Google Shape;378;p31"/>
          <p:cNvSpPr/>
          <p:nvPr/>
        </p:nvSpPr>
        <p:spPr>
          <a:xfrm>
            <a:off x="3801825" y="1966696"/>
            <a:ext cx="299100" cy="252000"/>
          </a:xfrm>
          <a:prstGeom prst="roundRect">
            <a:avLst>
              <a:gd fmla="val 16667"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9" name="Google Shape;379;p31"/>
          <p:cNvPicPr preferRelativeResize="0"/>
          <p:nvPr/>
        </p:nvPicPr>
        <p:blipFill rotWithShape="1">
          <a:blip r:embed="rId12">
            <a:alphaModFix/>
          </a:blip>
          <a:srcRect b="8975" l="13504" r="12174" t="11108"/>
          <a:stretch/>
        </p:blipFill>
        <p:spPr>
          <a:xfrm>
            <a:off x="3871008" y="2019495"/>
            <a:ext cx="158150" cy="170071"/>
          </a:xfrm>
          <a:prstGeom prst="rect">
            <a:avLst/>
          </a:prstGeom>
          <a:noFill/>
          <a:ln>
            <a:noFill/>
          </a:ln>
        </p:spPr>
      </p:pic>
      <p:sp>
        <p:nvSpPr>
          <p:cNvPr id="380" name="Google Shape;380;p31"/>
          <p:cNvSpPr/>
          <p:nvPr/>
        </p:nvSpPr>
        <p:spPr>
          <a:xfrm>
            <a:off x="7375275" y="1813746"/>
            <a:ext cx="1414200" cy="756000"/>
          </a:xfrm>
          <a:prstGeom prst="round2SameRect">
            <a:avLst>
              <a:gd fmla="val 5563" name="adj1"/>
              <a:gd fmla="val 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1"/>
          <p:cNvSpPr/>
          <p:nvPr/>
        </p:nvSpPr>
        <p:spPr>
          <a:xfrm>
            <a:off x="7375250" y="1804062"/>
            <a:ext cx="1414200" cy="270000"/>
          </a:xfrm>
          <a:prstGeom prst="round2Same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BI</a:t>
            </a:r>
            <a:endParaRPr sz="1100">
              <a:solidFill>
                <a:schemeClr val="lt1"/>
              </a:solidFill>
              <a:latin typeface="Inter"/>
              <a:ea typeface="Inter"/>
              <a:cs typeface="Inter"/>
              <a:sym typeface="Inter"/>
            </a:endParaRPr>
          </a:p>
        </p:txBody>
      </p:sp>
      <p:sp>
        <p:nvSpPr>
          <p:cNvPr id="382" name="Google Shape;382;p31"/>
          <p:cNvSpPr/>
          <p:nvPr/>
        </p:nvSpPr>
        <p:spPr>
          <a:xfrm>
            <a:off x="7543740" y="1846524"/>
            <a:ext cx="209100" cy="1854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383" name="Google Shape;383;p31"/>
          <p:cNvPicPr preferRelativeResize="0"/>
          <p:nvPr/>
        </p:nvPicPr>
        <p:blipFill>
          <a:blip r:embed="rId13">
            <a:alphaModFix/>
          </a:blip>
          <a:stretch>
            <a:fillRect/>
          </a:stretch>
        </p:blipFill>
        <p:spPr>
          <a:xfrm>
            <a:off x="7543733" y="1874640"/>
            <a:ext cx="203365" cy="134433"/>
          </a:xfrm>
          <a:prstGeom prst="rect">
            <a:avLst/>
          </a:prstGeom>
          <a:noFill/>
          <a:ln>
            <a:noFill/>
          </a:ln>
        </p:spPr>
      </p:pic>
      <p:sp>
        <p:nvSpPr>
          <p:cNvPr id="384" name="Google Shape;384;p31"/>
          <p:cNvSpPr/>
          <p:nvPr/>
        </p:nvSpPr>
        <p:spPr>
          <a:xfrm>
            <a:off x="7375275" y="1078496"/>
            <a:ext cx="1414200" cy="663600"/>
          </a:xfrm>
          <a:prstGeom prst="round2SameRect">
            <a:avLst>
              <a:gd fmla="val 5563" name="adj1"/>
              <a:gd fmla="val 0" name="adj2"/>
            </a:avLst>
          </a:prstGeom>
          <a:noFill/>
          <a:ln cap="flat" cmpd="sng" w="9525">
            <a:solidFill>
              <a:srgbClr val="E7C6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1"/>
          <p:cNvSpPr/>
          <p:nvPr/>
        </p:nvSpPr>
        <p:spPr>
          <a:xfrm>
            <a:off x="7375275" y="1078493"/>
            <a:ext cx="1414200" cy="270000"/>
          </a:xfrm>
          <a:prstGeom prst="round2SameRect">
            <a:avLst>
              <a:gd fmla="val 16667" name="adj1"/>
              <a:gd fmla="val 0" name="adj2"/>
            </a:avLst>
          </a:prstGeom>
          <a:solidFill>
            <a:srgbClr val="E7C60E"/>
          </a:solidFill>
          <a:ln>
            <a:noFill/>
          </a:ln>
        </p:spPr>
        <p:txBody>
          <a:bodyPr anchorCtr="0" anchor="ctr" bIns="91425" lIns="91425" spcFirstLastPara="1" rIns="0" wrap="square" tIns="91425">
            <a:noAutofit/>
          </a:bodyPr>
          <a:lstStyle/>
          <a:p>
            <a:pPr indent="0" lvl="0" marL="0" rtl="0" algn="l">
              <a:spcBef>
                <a:spcPts val="0"/>
              </a:spcBef>
              <a:spcAft>
                <a:spcPts val="0"/>
              </a:spcAft>
              <a:buNone/>
            </a:pPr>
            <a:r>
              <a:rPr lang="en-GB" sz="1100">
                <a:solidFill>
                  <a:schemeClr val="lt1"/>
                </a:solidFill>
                <a:latin typeface="Inter"/>
                <a:ea typeface="Inter"/>
                <a:cs typeface="Inter"/>
                <a:sym typeface="Inter"/>
              </a:rPr>
              <a:t>        Reverse ELT</a:t>
            </a:r>
            <a:endParaRPr sz="1100">
              <a:solidFill>
                <a:schemeClr val="lt1"/>
              </a:solidFill>
              <a:latin typeface="Inter"/>
              <a:ea typeface="Inter"/>
              <a:cs typeface="Inter"/>
              <a:sym typeface="Inter"/>
            </a:endParaRPr>
          </a:p>
        </p:txBody>
      </p:sp>
      <p:sp>
        <p:nvSpPr>
          <p:cNvPr id="386" name="Google Shape;386;p31"/>
          <p:cNvSpPr/>
          <p:nvPr/>
        </p:nvSpPr>
        <p:spPr>
          <a:xfrm>
            <a:off x="7531639" y="1091785"/>
            <a:ext cx="209100" cy="2463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387" name="Google Shape;387;p31"/>
          <p:cNvPicPr preferRelativeResize="0"/>
          <p:nvPr/>
        </p:nvPicPr>
        <p:blipFill>
          <a:blip r:embed="rId14">
            <a:alphaModFix/>
          </a:blip>
          <a:stretch>
            <a:fillRect/>
          </a:stretch>
        </p:blipFill>
        <p:spPr>
          <a:xfrm>
            <a:off x="7535245" y="1099228"/>
            <a:ext cx="197445" cy="233334"/>
          </a:xfrm>
          <a:prstGeom prst="rect">
            <a:avLst/>
          </a:prstGeom>
          <a:noFill/>
          <a:ln cap="flat" cmpd="sng" w="9525">
            <a:solidFill>
              <a:srgbClr val="E7C60E"/>
            </a:solidFill>
            <a:prstDash val="solid"/>
            <a:round/>
            <a:headEnd len="sm" w="sm" type="none"/>
            <a:tailEnd len="sm" w="sm" type="none"/>
          </a:ln>
        </p:spPr>
      </p:pic>
      <p:sp>
        <p:nvSpPr>
          <p:cNvPr id="388" name="Google Shape;388;p31"/>
          <p:cNvSpPr/>
          <p:nvPr/>
        </p:nvSpPr>
        <p:spPr>
          <a:xfrm>
            <a:off x="3260450" y="979371"/>
            <a:ext cx="2444100" cy="270000"/>
          </a:xfrm>
          <a:prstGeom prst="round2SameRect">
            <a:avLst>
              <a:gd fmla="val 16667" name="adj1"/>
              <a:gd fmla="val 0" name="adj2"/>
            </a:avLst>
          </a:prstGeom>
          <a:solidFill>
            <a:srgbClr val="00E9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Data platform</a:t>
            </a:r>
            <a:endParaRPr i="1" sz="1100">
              <a:solidFill>
                <a:schemeClr val="lt1"/>
              </a:solidFill>
              <a:latin typeface="Inter"/>
              <a:ea typeface="Inter"/>
              <a:cs typeface="Inter"/>
              <a:sym typeface="Inter"/>
            </a:endParaRPr>
          </a:p>
        </p:txBody>
      </p:sp>
      <p:sp>
        <p:nvSpPr>
          <p:cNvPr id="389" name="Google Shape;389;p31"/>
          <p:cNvSpPr/>
          <p:nvPr/>
        </p:nvSpPr>
        <p:spPr>
          <a:xfrm>
            <a:off x="3392575" y="1005789"/>
            <a:ext cx="246300" cy="222600"/>
          </a:xfrm>
          <a:prstGeom prst="roundRect">
            <a:avLst>
              <a:gd fmla="val 16667" name="adj"/>
            </a:avLst>
          </a:prstGeom>
          <a:solidFill>
            <a:schemeClr val="lt1"/>
          </a:solid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0" name="Google Shape;390;p31"/>
          <p:cNvPicPr preferRelativeResize="0"/>
          <p:nvPr/>
        </p:nvPicPr>
        <p:blipFill>
          <a:blip r:embed="rId15">
            <a:alphaModFix/>
          </a:blip>
          <a:stretch>
            <a:fillRect/>
          </a:stretch>
        </p:blipFill>
        <p:spPr>
          <a:xfrm>
            <a:off x="3401195" y="1003674"/>
            <a:ext cx="232521" cy="210757"/>
          </a:xfrm>
          <a:prstGeom prst="rect">
            <a:avLst/>
          </a:prstGeom>
          <a:noFill/>
          <a:ln>
            <a:noFill/>
          </a:ln>
        </p:spPr>
      </p:pic>
      <p:sp>
        <p:nvSpPr>
          <p:cNvPr id="391" name="Google Shape;391;p31"/>
          <p:cNvSpPr/>
          <p:nvPr/>
        </p:nvSpPr>
        <p:spPr>
          <a:xfrm>
            <a:off x="1832000" y="1966525"/>
            <a:ext cx="1113900" cy="756000"/>
          </a:xfrm>
          <a:prstGeom prst="roundRect">
            <a:avLst>
              <a:gd fmla="val 7231"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392" name="Google Shape;392;p31"/>
          <p:cNvSpPr/>
          <p:nvPr/>
        </p:nvSpPr>
        <p:spPr>
          <a:xfrm>
            <a:off x="1833652" y="1966537"/>
            <a:ext cx="1113900" cy="2520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000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E&amp;L</a:t>
            </a:r>
            <a:endParaRPr i="1" sz="1000">
              <a:solidFill>
                <a:srgbClr val="FF0000"/>
              </a:solidFill>
              <a:latin typeface="Inter SemiBold"/>
              <a:ea typeface="Inter SemiBold"/>
              <a:cs typeface="Inter SemiBold"/>
              <a:sym typeface="Inter SemiBold"/>
            </a:endParaRPr>
          </a:p>
        </p:txBody>
      </p:sp>
      <p:sp>
        <p:nvSpPr>
          <p:cNvPr id="393" name="Google Shape;393;p31"/>
          <p:cNvSpPr/>
          <p:nvPr/>
        </p:nvSpPr>
        <p:spPr>
          <a:xfrm>
            <a:off x="1820625" y="1966687"/>
            <a:ext cx="342000" cy="252000"/>
          </a:xfrm>
          <a:prstGeom prst="roundRect">
            <a:avLst>
              <a:gd fmla="val 16667"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1"/>
          <p:cNvPicPr preferRelativeResize="0"/>
          <p:nvPr/>
        </p:nvPicPr>
        <p:blipFill rotWithShape="1">
          <a:blip r:embed="rId16">
            <a:alphaModFix/>
          </a:blip>
          <a:srcRect b="0" l="0" r="0" t="11731"/>
          <a:stretch/>
        </p:blipFill>
        <p:spPr>
          <a:xfrm rot="-5400000">
            <a:off x="1888477" y="1996573"/>
            <a:ext cx="224400" cy="197725"/>
          </a:xfrm>
          <a:prstGeom prst="rect">
            <a:avLst/>
          </a:prstGeom>
          <a:noFill/>
          <a:ln>
            <a:noFill/>
          </a:ln>
        </p:spPr>
      </p:pic>
      <p:cxnSp>
        <p:nvCxnSpPr>
          <p:cNvPr id="395" name="Google Shape;395;p31"/>
          <p:cNvCxnSpPr/>
          <p:nvPr/>
        </p:nvCxnSpPr>
        <p:spPr>
          <a:xfrm flipH="1" rot="10800000">
            <a:off x="205450" y="3403229"/>
            <a:ext cx="8435100" cy="6000"/>
          </a:xfrm>
          <a:prstGeom prst="straightConnector1">
            <a:avLst/>
          </a:prstGeom>
          <a:noFill/>
          <a:ln cap="flat" cmpd="sng" w="9525">
            <a:solidFill>
              <a:srgbClr val="4D04C4"/>
            </a:solidFill>
            <a:prstDash val="dash"/>
            <a:round/>
            <a:headEnd len="med" w="med" type="none"/>
            <a:tailEnd len="med" w="med" type="none"/>
          </a:ln>
        </p:spPr>
      </p:cxnSp>
      <p:sp>
        <p:nvSpPr>
          <p:cNvPr id="396" name="Google Shape;396;p31"/>
          <p:cNvSpPr/>
          <p:nvPr/>
        </p:nvSpPr>
        <p:spPr>
          <a:xfrm>
            <a:off x="375136" y="1318050"/>
            <a:ext cx="1253150" cy="756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1"/>
          <p:cNvSpPr/>
          <p:nvPr/>
        </p:nvSpPr>
        <p:spPr>
          <a:xfrm>
            <a:off x="3804125" y="1305929"/>
            <a:ext cx="1253150" cy="270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1"/>
          <p:cNvSpPr/>
          <p:nvPr/>
        </p:nvSpPr>
        <p:spPr>
          <a:xfrm>
            <a:off x="3895926" y="2284397"/>
            <a:ext cx="920925" cy="364213"/>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1"/>
          <p:cNvSpPr/>
          <p:nvPr/>
        </p:nvSpPr>
        <p:spPr>
          <a:xfrm>
            <a:off x="1914725" y="2284400"/>
            <a:ext cx="956975"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1"/>
          <p:cNvSpPr/>
          <p:nvPr/>
        </p:nvSpPr>
        <p:spPr>
          <a:xfrm>
            <a:off x="7422325" y="2132000"/>
            <a:ext cx="1308150"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1"/>
          <p:cNvSpPr/>
          <p:nvPr/>
        </p:nvSpPr>
        <p:spPr>
          <a:xfrm>
            <a:off x="7422325" y="1370000"/>
            <a:ext cx="1308150" cy="3216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1"/>
          <p:cNvSpPr/>
          <p:nvPr/>
        </p:nvSpPr>
        <p:spPr>
          <a:xfrm>
            <a:off x="1975926" y="360416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403" name="Google Shape;403;p31"/>
          <p:cNvSpPr/>
          <p:nvPr/>
        </p:nvSpPr>
        <p:spPr>
          <a:xfrm>
            <a:off x="3231875" y="2818975"/>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1"/>
          <p:cNvSpPr/>
          <p:nvPr/>
        </p:nvSpPr>
        <p:spPr>
          <a:xfrm>
            <a:off x="3242598" y="3096854"/>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1"/>
          <p:cNvSpPr/>
          <p:nvPr/>
        </p:nvSpPr>
        <p:spPr>
          <a:xfrm>
            <a:off x="909126" y="39274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406" name="Google Shape;406;p31"/>
          <p:cNvSpPr/>
          <p:nvPr/>
        </p:nvSpPr>
        <p:spPr>
          <a:xfrm>
            <a:off x="4185726" y="39274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407" name="Google Shape;407;p31"/>
          <p:cNvSpPr/>
          <p:nvPr/>
        </p:nvSpPr>
        <p:spPr>
          <a:xfrm>
            <a:off x="4282754" y="4302270"/>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408" name="Google Shape;408;p31"/>
          <p:cNvSpPr/>
          <p:nvPr/>
        </p:nvSpPr>
        <p:spPr>
          <a:xfrm>
            <a:off x="6256026" y="359773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409" name="Google Shape;409;p31"/>
          <p:cNvSpPr/>
          <p:nvPr/>
        </p:nvSpPr>
        <p:spPr>
          <a:xfrm>
            <a:off x="7676846" y="392714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6</a:t>
            </a:r>
            <a:endParaRPr sz="1100">
              <a:latin typeface="Inter"/>
              <a:ea typeface="Inter"/>
              <a:cs typeface="Inter"/>
              <a:sym typeface="Inter"/>
            </a:endParaRPr>
          </a:p>
        </p:txBody>
      </p:sp>
      <p:sp>
        <p:nvSpPr>
          <p:cNvPr id="410" name="Google Shape;410;p31"/>
          <p:cNvSpPr txBox="1"/>
          <p:nvPr>
            <p:ph type="title"/>
          </p:nvPr>
        </p:nvSpPr>
        <p:spPr>
          <a:xfrm>
            <a:off x="-22500" y="181975"/>
            <a:ext cx="165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700"/>
              <a:t>AssoConnect</a:t>
            </a:r>
            <a:endParaRPr sz="1700"/>
          </a:p>
          <a:p>
            <a:pPr indent="0" lvl="0" marL="0" rtl="0" algn="l">
              <a:spcBef>
                <a:spcPts val="0"/>
              </a:spcBef>
              <a:spcAft>
                <a:spcPts val="0"/>
              </a:spcAft>
              <a:buNone/>
            </a:pPr>
            <a:r>
              <a:t/>
            </a:r>
            <a:endParaRPr sz="1700"/>
          </a:p>
        </p:txBody>
      </p:sp>
      <p:sp>
        <p:nvSpPr>
          <p:cNvPr id="411" name="Google Shape;411;p31"/>
          <p:cNvSpPr/>
          <p:nvPr/>
        </p:nvSpPr>
        <p:spPr>
          <a:xfrm>
            <a:off x="1587250" y="32950"/>
            <a:ext cx="7505700" cy="572700"/>
          </a:xfrm>
          <a:prstGeom prst="roundRect">
            <a:avLst>
              <a:gd fmla="val 16667" name="adj"/>
            </a:avLst>
          </a:prstGeom>
          <a:solidFill>
            <a:schemeClr val="lt2"/>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31"/>
          <p:cNvPicPr preferRelativeResize="0"/>
          <p:nvPr/>
        </p:nvPicPr>
        <p:blipFill>
          <a:blip r:embed="rId17">
            <a:alphaModFix/>
          </a:blip>
          <a:stretch>
            <a:fillRect/>
          </a:stretch>
        </p:blipFill>
        <p:spPr>
          <a:xfrm>
            <a:off x="7846600" y="87791"/>
            <a:ext cx="704348" cy="270000"/>
          </a:xfrm>
          <a:prstGeom prst="rect">
            <a:avLst/>
          </a:prstGeom>
          <a:noFill/>
          <a:ln>
            <a:noFill/>
          </a:ln>
        </p:spPr>
      </p:pic>
      <p:pic>
        <p:nvPicPr>
          <p:cNvPr id="413" name="Google Shape;413;p31"/>
          <p:cNvPicPr preferRelativeResize="0"/>
          <p:nvPr/>
        </p:nvPicPr>
        <p:blipFill>
          <a:blip r:embed="rId18">
            <a:alphaModFix/>
          </a:blip>
          <a:stretch>
            <a:fillRect/>
          </a:stretch>
        </p:blipFill>
        <p:spPr>
          <a:xfrm>
            <a:off x="5272425" y="101879"/>
            <a:ext cx="704350" cy="241845"/>
          </a:xfrm>
          <a:prstGeom prst="rect">
            <a:avLst/>
          </a:prstGeom>
          <a:noFill/>
          <a:ln>
            <a:noFill/>
          </a:ln>
        </p:spPr>
      </p:pic>
      <p:pic>
        <p:nvPicPr>
          <p:cNvPr id="414" name="Google Shape;414;p31"/>
          <p:cNvPicPr preferRelativeResize="0"/>
          <p:nvPr/>
        </p:nvPicPr>
        <p:blipFill>
          <a:blip r:embed="rId19">
            <a:alphaModFix/>
          </a:blip>
          <a:stretch>
            <a:fillRect/>
          </a:stretch>
        </p:blipFill>
        <p:spPr>
          <a:xfrm>
            <a:off x="4642986" y="347648"/>
            <a:ext cx="770146" cy="233325"/>
          </a:xfrm>
          <a:prstGeom prst="rect">
            <a:avLst/>
          </a:prstGeom>
          <a:noFill/>
          <a:ln>
            <a:noFill/>
          </a:ln>
        </p:spPr>
      </p:pic>
      <p:pic>
        <p:nvPicPr>
          <p:cNvPr id="415" name="Google Shape;415;p31"/>
          <p:cNvPicPr preferRelativeResize="0"/>
          <p:nvPr/>
        </p:nvPicPr>
        <p:blipFill>
          <a:blip r:embed="rId20">
            <a:alphaModFix/>
          </a:blip>
          <a:stretch>
            <a:fillRect/>
          </a:stretch>
        </p:blipFill>
        <p:spPr>
          <a:xfrm>
            <a:off x="1725150" y="183066"/>
            <a:ext cx="1253151" cy="135833"/>
          </a:xfrm>
          <a:prstGeom prst="rect">
            <a:avLst/>
          </a:prstGeom>
          <a:noFill/>
          <a:ln>
            <a:noFill/>
          </a:ln>
        </p:spPr>
      </p:pic>
      <p:pic>
        <p:nvPicPr>
          <p:cNvPr id="416" name="Google Shape;416;p31"/>
          <p:cNvPicPr preferRelativeResize="0"/>
          <p:nvPr/>
        </p:nvPicPr>
        <p:blipFill>
          <a:blip r:embed="rId21">
            <a:alphaModFix/>
          </a:blip>
          <a:stretch>
            <a:fillRect/>
          </a:stretch>
        </p:blipFill>
        <p:spPr>
          <a:xfrm>
            <a:off x="4130963" y="236375"/>
            <a:ext cx="299100" cy="299100"/>
          </a:xfrm>
          <a:prstGeom prst="rect">
            <a:avLst/>
          </a:prstGeom>
          <a:noFill/>
          <a:ln>
            <a:noFill/>
          </a:ln>
        </p:spPr>
      </p:pic>
      <p:pic>
        <p:nvPicPr>
          <p:cNvPr id="417" name="Google Shape;417;p31"/>
          <p:cNvPicPr preferRelativeResize="0"/>
          <p:nvPr/>
        </p:nvPicPr>
        <p:blipFill>
          <a:blip r:embed="rId22">
            <a:alphaModFix/>
          </a:blip>
          <a:stretch>
            <a:fillRect/>
          </a:stretch>
        </p:blipFill>
        <p:spPr>
          <a:xfrm>
            <a:off x="5906650" y="371820"/>
            <a:ext cx="920924" cy="195157"/>
          </a:xfrm>
          <a:prstGeom prst="rect">
            <a:avLst/>
          </a:prstGeom>
          <a:noFill/>
          <a:ln>
            <a:noFill/>
          </a:ln>
        </p:spPr>
      </p:pic>
      <p:pic>
        <p:nvPicPr>
          <p:cNvPr id="418" name="Google Shape;418;p31"/>
          <p:cNvPicPr preferRelativeResize="0"/>
          <p:nvPr/>
        </p:nvPicPr>
        <p:blipFill>
          <a:blip r:embed="rId23">
            <a:alphaModFix/>
          </a:blip>
          <a:stretch>
            <a:fillRect/>
          </a:stretch>
        </p:blipFill>
        <p:spPr>
          <a:xfrm>
            <a:off x="7434725" y="281900"/>
            <a:ext cx="427149" cy="222600"/>
          </a:xfrm>
          <a:prstGeom prst="rect">
            <a:avLst/>
          </a:prstGeom>
          <a:noFill/>
          <a:ln>
            <a:noFill/>
          </a:ln>
        </p:spPr>
      </p:pic>
      <p:pic>
        <p:nvPicPr>
          <p:cNvPr id="419" name="Google Shape;419;p31"/>
          <p:cNvPicPr preferRelativeResize="0"/>
          <p:nvPr/>
        </p:nvPicPr>
        <p:blipFill rotWithShape="1">
          <a:blip r:embed="rId24">
            <a:alphaModFix/>
          </a:blip>
          <a:srcRect b="16863" l="0" r="0" t="15579"/>
          <a:stretch/>
        </p:blipFill>
        <p:spPr>
          <a:xfrm>
            <a:off x="6779063" y="51624"/>
            <a:ext cx="427150" cy="288576"/>
          </a:xfrm>
          <a:prstGeom prst="rect">
            <a:avLst/>
          </a:prstGeom>
          <a:noFill/>
          <a:ln>
            <a:noFill/>
          </a:ln>
        </p:spPr>
      </p:pic>
      <p:pic>
        <p:nvPicPr>
          <p:cNvPr id="420" name="Google Shape;420;p31"/>
          <p:cNvPicPr preferRelativeResize="0"/>
          <p:nvPr/>
        </p:nvPicPr>
        <p:blipFill>
          <a:blip r:embed="rId25">
            <a:alphaModFix/>
          </a:blip>
          <a:stretch>
            <a:fillRect/>
          </a:stretch>
        </p:blipFill>
        <p:spPr>
          <a:xfrm>
            <a:off x="3231887" y="158374"/>
            <a:ext cx="807281" cy="224700"/>
          </a:xfrm>
          <a:prstGeom prst="rect">
            <a:avLst/>
          </a:prstGeom>
          <a:noFill/>
          <a:ln>
            <a:noFill/>
          </a:ln>
        </p:spPr>
      </p:pic>
      <p:pic>
        <p:nvPicPr>
          <p:cNvPr id="421" name="Google Shape;421;p31"/>
          <p:cNvPicPr preferRelativeResize="0"/>
          <p:nvPr/>
        </p:nvPicPr>
        <p:blipFill>
          <a:blip r:embed="rId26">
            <a:alphaModFix/>
          </a:blip>
          <a:stretch>
            <a:fillRect/>
          </a:stretch>
        </p:blipFill>
        <p:spPr>
          <a:xfrm>
            <a:off x="8344312" y="374691"/>
            <a:ext cx="615598" cy="180032"/>
          </a:xfrm>
          <a:prstGeom prst="rect">
            <a:avLst/>
          </a:prstGeom>
          <a:noFill/>
          <a:ln>
            <a:noFill/>
          </a:ln>
        </p:spPr>
      </p:pic>
      <p:pic>
        <p:nvPicPr>
          <p:cNvPr id="422" name="Google Shape;422;p31"/>
          <p:cNvPicPr preferRelativeResize="0"/>
          <p:nvPr/>
        </p:nvPicPr>
        <p:blipFill>
          <a:blip r:embed="rId27">
            <a:alphaModFix/>
          </a:blip>
          <a:stretch>
            <a:fillRect/>
          </a:stretch>
        </p:blipFill>
        <p:spPr>
          <a:xfrm>
            <a:off x="2498449" y="418914"/>
            <a:ext cx="571566" cy="146800"/>
          </a:xfrm>
          <a:prstGeom prst="rect">
            <a:avLst/>
          </a:prstGeom>
          <a:noFill/>
          <a:ln>
            <a:noFill/>
          </a:ln>
        </p:spPr>
      </p:pic>
      <p:pic>
        <p:nvPicPr>
          <p:cNvPr id="423" name="Google Shape;423;p31"/>
          <p:cNvPicPr preferRelativeResize="0"/>
          <p:nvPr/>
        </p:nvPicPr>
        <p:blipFill>
          <a:blip r:embed="rId20">
            <a:alphaModFix/>
          </a:blip>
          <a:stretch>
            <a:fillRect/>
          </a:stretch>
        </p:blipFill>
        <p:spPr>
          <a:xfrm>
            <a:off x="318000" y="1862129"/>
            <a:ext cx="1253151" cy="135833"/>
          </a:xfrm>
          <a:prstGeom prst="rect">
            <a:avLst/>
          </a:prstGeom>
          <a:noFill/>
          <a:ln>
            <a:noFill/>
          </a:ln>
        </p:spPr>
      </p:pic>
      <p:pic>
        <p:nvPicPr>
          <p:cNvPr id="424" name="Google Shape;424;p31"/>
          <p:cNvPicPr preferRelativeResize="0"/>
          <p:nvPr/>
        </p:nvPicPr>
        <p:blipFill>
          <a:blip r:embed="rId21">
            <a:alphaModFix/>
          </a:blip>
          <a:stretch>
            <a:fillRect/>
          </a:stretch>
        </p:blipFill>
        <p:spPr>
          <a:xfrm>
            <a:off x="460875" y="1411225"/>
            <a:ext cx="299100" cy="299100"/>
          </a:xfrm>
          <a:prstGeom prst="rect">
            <a:avLst/>
          </a:prstGeom>
          <a:noFill/>
          <a:ln>
            <a:noFill/>
          </a:ln>
        </p:spPr>
      </p:pic>
      <p:pic>
        <p:nvPicPr>
          <p:cNvPr id="425" name="Google Shape;425;p31"/>
          <p:cNvPicPr preferRelativeResize="0"/>
          <p:nvPr/>
        </p:nvPicPr>
        <p:blipFill>
          <a:blip r:embed="rId26">
            <a:alphaModFix/>
          </a:blip>
          <a:stretch>
            <a:fillRect/>
          </a:stretch>
        </p:blipFill>
        <p:spPr>
          <a:xfrm>
            <a:off x="927137" y="1360628"/>
            <a:ext cx="615598" cy="180032"/>
          </a:xfrm>
          <a:prstGeom prst="rect">
            <a:avLst/>
          </a:prstGeom>
          <a:noFill/>
          <a:ln>
            <a:noFill/>
          </a:ln>
        </p:spPr>
      </p:pic>
      <p:pic>
        <p:nvPicPr>
          <p:cNvPr id="426" name="Google Shape;426;p31"/>
          <p:cNvPicPr preferRelativeResize="0"/>
          <p:nvPr/>
        </p:nvPicPr>
        <p:blipFill>
          <a:blip r:embed="rId27">
            <a:alphaModFix/>
          </a:blip>
          <a:stretch>
            <a:fillRect/>
          </a:stretch>
        </p:blipFill>
        <p:spPr>
          <a:xfrm>
            <a:off x="983737" y="1627976"/>
            <a:ext cx="571566" cy="146800"/>
          </a:xfrm>
          <a:prstGeom prst="rect">
            <a:avLst/>
          </a:prstGeom>
          <a:noFill/>
          <a:ln>
            <a:noFill/>
          </a:ln>
        </p:spPr>
      </p:pic>
      <p:pic>
        <p:nvPicPr>
          <p:cNvPr id="427" name="Google Shape;427;p31"/>
          <p:cNvPicPr preferRelativeResize="0"/>
          <p:nvPr/>
        </p:nvPicPr>
        <p:blipFill>
          <a:blip r:embed="rId25">
            <a:alphaModFix/>
          </a:blip>
          <a:stretch>
            <a:fillRect/>
          </a:stretch>
        </p:blipFill>
        <p:spPr>
          <a:xfrm>
            <a:off x="1973187" y="2240912"/>
            <a:ext cx="807281" cy="224700"/>
          </a:xfrm>
          <a:prstGeom prst="rect">
            <a:avLst/>
          </a:prstGeom>
          <a:noFill/>
          <a:ln>
            <a:noFill/>
          </a:ln>
        </p:spPr>
      </p:pic>
      <p:pic>
        <p:nvPicPr>
          <p:cNvPr id="428" name="Google Shape;428;p31"/>
          <p:cNvPicPr preferRelativeResize="0"/>
          <p:nvPr/>
        </p:nvPicPr>
        <p:blipFill>
          <a:blip r:embed="rId19">
            <a:alphaModFix/>
          </a:blip>
          <a:stretch>
            <a:fillRect/>
          </a:stretch>
        </p:blipFill>
        <p:spPr>
          <a:xfrm>
            <a:off x="2039761" y="2493536"/>
            <a:ext cx="770146" cy="233325"/>
          </a:xfrm>
          <a:prstGeom prst="rect">
            <a:avLst/>
          </a:prstGeom>
          <a:noFill/>
          <a:ln>
            <a:noFill/>
          </a:ln>
        </p:spPr>
      </p:pic>
      <p:pic>
        <p:nvPicPr>
          <p:cNvPr id="429" name="Google Shape;429;p31"/>
          <p:cNvPicPr preferRelativeResize="0"/>
          <p:nvPr/>
        </p:nvPicPr>
        <p:blipFill>
          <a:blip r:embed="rId18">
            <a:alphaModFix/>
          </a:blip>
          <a:stretch>
            <a:fillRect/>
          </a:stretch>
        </p:blipFill>
        <p:spPr>
          <a:xfrm>
            <a:off x="4004212" y="1317479"/>
            <a:ext cx="704350" cy="241845"/>
          </a:xfrm>
          <a:prstGeom prst="rect">
            <a:avLst/>
          </a:prstGeom>
          <a:noFill/>
          <a:ln>
            <a:noFill/>
          </a:ln>
        </p:spPr>
      </p:pic>
      <p:pic>
        <p:nvPicPr>
          <p:cNvPr id="430" name="Google Shape;430;p31"/>
          <p:cNvPicPr preferRelativeResize="0"/>
          <p:nvPr/>
        </p:nvPicPr>
        <p:blipFill>
          <a:blip r:embed="rId17">
            <a:alphaModFix/>
          </a:blip>
          <a:stretch>
            <a:fillRect/>
          </a:stretch>
        </p:blipFill>
        <p:spPr>
          <a:xfrm>
            <a:off x="3990325" y="2315053"/>
            <a:ext cx="704347" cy="270000"/>
          </a:xfrm>
          <a:prstGeom prst="rect">
            <a:avLst/>
          </a:prstGeom>
          <a:noFill/>
          <a:ln>
            <a:noFill/>
          </a:ln>
        </p:spPr>
      </p:pic>
      <p:pic>
        <p:nvPicPr>
          <p:cNvPr id="431" name="Google Shape;431;p31"/>
          <p:cNvPicPr preferRelativeResize="0"/>
          <p:nvPr/>
        </p:nvPicPr>
        <p:blipFill>
          <a:blip r:embed="rId22">
            <a:alphaModFix/>
          </a:blip>
          <a:stretch>
            <a:fillRect/>
          </a:stretch>
        </p:blipFill>
        <p:spPr>
          <a:xfrm>
            <a:off x="5906650" y="1806120"/>
            <a:ext cx="920924" cy="195157"/>
          </a:xfrm>
          <a:prstGeom prst="rect">
            <a:avLst/>
          </a:prstGeom>
          <a:noFill/>
          <a:ln>
            <a:noFill/>
          </a:ln>
        </p:spPr>
      </p:pic>
      <p:pic>
        <p:nvPicPr>
          <p:cNvPr id="432" name="Google Shape;432;p31"/>
          <p:cNvPicPr preferRelativeResize="0"/>
          <p:nvPr/>
        </p:nvPicPr>
        <p:blipFill rotWithShape="1">
          <a:blip r:embed="rId24">
            <a:alphaModFix/>
          </a:blip>
          <a:srcRect b="16863" l="0" r="0" t="15579"/>
          <a:stretch/>
        </p:blipFill>
        <p:spPr>
          <a:xfrm>
            <a:off x="6298750" y="1463661"/>
            <a:ext cx="427150" cy="288576"/>
          </a:xfrm>
          <a:prstGeom prst="rect">
            <a:avLst/>
          </a:prstGeom>
          <a:noFill/>
          <a:ln>
            <a:noFill/>
          </a:ln>
        </p:spPr>
      </p:pic>
      <p:pic>
        <p:nvPicPr>
          <p:cNvPr id="433" name="Google Shape;433;p31"/>
          <p:cNvPicPr preferRelativeResize="0"/>
          <p:nvPr/>
        </p:nvPicPr>
        <p:blipFill>
          <a:blip r:embed="rId22">
            <a:alphaModFix/>
          </a:blip>
          <a:stretch>
            <a:fillRect/>
          </a:stretch>
        </p:blipFill>
        <p:spPr>
          <a:xfrm>
            <a:off x="7535250" y="2150870"/>
            <a:ext cx="920924" cy="195157"/>
          </a:xfrm>
          <a:prstGeom prst="rect">
            <a:avLst/>
          </a:prstGeom>
          <a:noFill/>
          <a:ln>
            <a:noFill/>
          </a:ln>
        </p:spPr>
      </p:pic>
      <p:pic>
        <p:nvPicPr>
          <p:cNvPr id="434" name="Google Shape;434;p31"/>
          <p:cNvPicPr preferRelativeResize="0"/>
          <p:nvPr/>
        </p:nvPicPr>
        <p:blipFill rotWithShape="1">
          <a:blip r:embed="rId24">
            <a:alphaModFix/>
          </a:blip>
          <a:srcRect b="16863" l="0" r="0" t="15579"/>
          <a:stretch/>
        </p:blipFill>
        <p:spPr>
          <a:xfrm>
            <a:off x="7868363" y="1386511"/>
            <a:ext cx="427150" cy="288576"/>
          </a:xfrm>
          <a:prstGeom prst="rect">
            <a:avLst/>
          </a:prstGeom>
          <a:noFill/>
          <a:ln>
            <a:noFill/>
          </a:ln>
        </p:spPr>
      </p:pic>
      <p:pic>
        <p:nvPicPr>
          <p:cNvPr id="435" name="Google Shape;435;p31"/>
          <p:cNvPicPr preferRelativeResize="0"/>
          <p:nvPr/>
        </p:nvPicPr>
        <p:blipFill>
          <a:blip r:embed="rId23">
            <a:alphaModFix/>
          </a:blip>
          <a:stretch>
            <a:fillRect/>
          </a:stretch>
        </p:blipFill>
        <p:spPr>
          <a:xfrm>
            <a:off x="7782138" y="2344412"/>
            <a:ext cx="427149" cy="222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2"/>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Phenix</a:t>
            </a:r>
            <a:endParaRPr/>
          </a:p>
        </p:txBody>
      </p:sp>
      <p:sp>
        <p:nvSpPr>
          <p:cNvPr id="441" name="Google Shape;441;p32"/>
          <p:cNvSpPr txBox="1"/>
          <p:nvPr>
            <p:ph idx="1" type="body"/>
          </p:nvPr>
        </p:nvSpPr>
        <p:spPr>
          <a:xfrm>
            <a:off x="311700" y="1000750"/>
            <a:ext cx="8520600" cy="3416400"/>
          </a:xfrm>
          <a:prstGeom prst="rect">
            <a:avLst/>
          </a:prstGeom>
        </p:spPr>
        <p:txBody>
          <a:bodyPr anchorCtr="0" anchor="t" bIns="91425" lIns="91425" spcFirstLastPara="1" rIns="91425" wrap="square" tIns="91425">
            <a:noAutofit/>
          </a:bodyPr>
          <a:lstStyle/>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The data culture is already very mature at Phenix. </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Early on, we understood the importance of gathering our data on a central data platform (BigQuery) and we have good internal monitoring through data visualisation on Looker.</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Not only do we use the data internally, but it is also essential for giving insights to our B2B customers. We use </a:t>
            </a:r>
            <a:r>
              <a:rPr lang="en-GB" sz="1000">
                <a:solidFill>
                  <a:srgbClr val="469AE0"/>
                </a:solidFill>
                <a:uFill>
                  <a:noFill/>
                </a:uFill>
                <a:latin typeface="Arial"/>
                <a:ea typeface="Arial"/>
                <a:cs typeface="Arial"/>
                <a:sym typeface="Arial"/>
                <a:hlinkClick r:id="rId3">
                  <a:extLst>
                    <a:ext uri="{A12FA001-AC4F-418D-AE19-62706E023703}">
                      <ahyp:hlinkClr val="tx"/>
                    </a:ext>
                  </a:extLst>
                </a:hlinkClick>
              </a:rPr>
              <a:t>cumul.io</a:t>
            </a:r>
            <a:r>
              <a:rPr lang="en-GB" sz="1000">
                <a:solidFill>
                  <a:schemeClr val="dk1"/>
                </a:solidFill>
                <a:latin typeface="Arial"/>
                <a:ea typeface="Arial"/>
                <a:cs typeface="Arial"/>
                <a:sym typeface="Arial"/>
              </a:rPr>
              <a:t> for integrated analytics and visualisation for our clients.</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The value of data is not limited to visualisation and reporting.</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Enriched data models created with dbt are also communicated to business teams through Airflow to be activated and provide value.</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We have many data sources. For example, finance is hosted on our Oracle Netsuite ERP while CRM is hosted on Salesforce. We use Amplitude for tracking and our application data is stored on Amazon Aurora MySQL tables.</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We use Fivetran or a script developed with Airflow to connect them to BigQuery.</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Everything is documented on Notion.</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rPr lang="en-GB" sz="1000">
                <a:solidFill>
                  <a:schemeClr val="dk1"/>
                </a:solidFill>
                <a:latin typeface="Arial"/>
                <a:ea typeface="Arial"/>
                <a:cs typeface="Arial"/>
                <a:sym typeface="Arial"/>
              </a:rPr>
              <a:t>We have a </a:t>
            </a:r>
            <a:r>
              <a:rPr b="1" lang="en-GB" sz="1000">
                <a:solidFill>
                  <a:schemeClr val="dk1"/>
                </a:solidFill>
                <a:latin typeface="Arial"/>
                <a:ea typeface="Arial"/>
                <a:cs typeface="Arial"/>
                <a:sym typeface="Arial"/>
              </a:rPr>
              <a:t>data team</a:t>
            </a:r>
            <a:r>
              <a:rPr lang="en-GB" sz="1000">
                <a:solidFill>
                  <a:schemeClr val="dk1"/>
                </a:solidFill>
                <a:latin typeface="Arial"/>
                <a:ea typeface="Arial"/>
                <a:cs typeface="Arial"/>
                <a:sym typeface="Arial"/>
              </a:rPr>
              <a:t> of 3 people. One is more specialised in Data Engineering.</a:t>
            </a:r>
            <a:br>
              <a:rPr lang="en-GB" sz="1000">
                <a:solidFill>
                  <a:schemeClr val="dk1"/>
                </a:solidFill>
                <a:latin typeface="Arial"/>
                <a:ea typeface="Arial"/>
                <a:cs typeface="Arial"/>
                <a:sym typeface="Arial"/>
              </a:rPr>
            </a:br>
            <a:r>
              <a:rPr lang="en-GB" sz="1000">
                <a:solidFill>
                  <a:schemeClr val="dk1"/>
                </a:solidFill>
                <a:latin typeface="Arial"/>
                <a:ea typeface="Arial"/>
                <a:cs typeface="Arial"/>
                <a:sym typeface="Arial"/>
              </a:rPr>
              <a:t>The 2 others are Analytical Engineers. They are responsible for modelling, analysis and dashboard creation.</a:t>
            </a:r>
            <a:br>
              <a:rPr lang="en-GB" sz="1000">
                <a:solidFill>
                  <a:schemeClr val="dk1"/>
                </a:solidFill>
                <a:latin typeface="Arial"/>
                <a:ea typeface="Arial"/>
                <a:cs typeface="Arial"/>
                <a:sym typeface="Arial"/>
              </a:rPr>
            </a:br>
            <a:r>
              <a:rPr lang="en-GB" sz="1000">
                <a:solidFill>
                  <a:schemeClr val="dk1"/>
                </a:solidFill>
                <a:latin typeface="Arial"/>
                <a:ea typeface="Arial"/>
                <a:cs typeface="Arial"/>
                <a:sym typeface="Arial"/>
              </a:rPr>
              <a:t>Business team have also analytical skills and we developed a system of 10 power users who are people in business team with a certain level of data analysis and some responsibility for basic analytical needs.</a:t>
            </a:r>
            <a:endParaRPr sz="1000">
              <a:solidFill>
                <a:schemeClr val="dk1"/>
              </a:solidFill>
              <a:latin typeface="Arial"/>
              <a:ea typeface="Arial"/>
              <a:cs typeface="Arial"/>
              <a:sym typeface="Arial"/>
            </a:endParaRPr>
          </a:p>
          <a:p>
            <a:pPr indent="-292100" lvl="0" marL="457200" rtl="0" algn="just">
              <a:lnSpc>
                <a:spcPct val="150000"/>
              </a:lnSpc>
              <a:spcBef>
                <a:spcPts val="0"/>
              </a:spcBef>
              <a:spcAft>
                <a:spcPts val="0"/>
              </a:spcAft>
              <a:buClr>
                <a:srgbClr val="4D04C4"/>
              </a:buClr>
              <a:buSzPts val="1000"/>
              <a:buFont typeface="Arial"/>
              <a:buChar char="❝"/>
            </a:pPr>
            <a:r>
              <a:t/>
            </a:r>
            <a:endParaRPr sz="1000">
              <a:solidFill>
                <a:schemeClr val="dk1"/>
              </a:solidFill>
              <a:latin typeface="Arial"/>
              <a:ea typeface="Arial"/>
              <a:cs typeface="Arial"/>
              <a:sym typeface="Arial"/>
            </a:endParaRPr>
          </a:p>
        </p:txBody>
      </p:sp>
      <p:pic>
        <p:nvPicPr>
          <p:cNvPr id="442" name="Google Shape;442;p32"/>
          <p:cNvPicPr preferRelativeResize="0"/>
          <p:nvPr/>
        </p:nvPicPr>
        <p:blipFill>
          <a:blip r:embed="rId4">
            <a:alphaModFix/>
          </a:blip>
          <a:stretch>
            <a:fillRect/>
          </a:stretch>
        </p:blipFill>
        <p:spPr>
          <a:xfrm>
            <a:off x="6266675" y="0"/>
            <a:ext cx="2565626" cy="1443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cxnSp>
        <p:nvCxnSpPr>
          <p:cNvPr id="447" name="Google Shape;447;p33"/>
          <p:cNvCxnSpPr>
            <a:stCxn id="448" idx="1"/>
            <a:endCxn id="448" idx="1"/>
          </p:cNvCxnSpPr>
          <p:nvPr/>
        </p:nvCxnSpPr>
        <p:spPr>
          <a:xfrm>
            <a:off x="3759631" y="926504"/>
            <a:ext cx="0" cy="0"/>
          </a:xfrm>
          <a:prstGeom prst="straightConnector1">
            <a:avLst/>
          </a:prstGeom>
          <a:noFill/>
          <a:ln cap="flat" cmpd="sng" w="9525">
            <a:solidFill>
              <a:schemeClr val="dk2"/>
            </a:solidFill>
            <a:prstDash val="solid"/>
            <a:round/>
            <a:headEnd len="med" w="med" type="none"/>
            <a:tailEnd len="med" w="med" type="none"/>
          </a:ln>
        </p:spPr>
      </p:cxnSp>
      <p:sp>
        <p:nvSpPr>
          <p:cNvPr id="449" name="Google Shape;449;p33"/>
          <p:cNvSpPr/>
          <p:nvPr/>
        </p:nvSpPr>
        <p:spPr>
          <a:xfrm>
            <a:off x="288650" y="3562931"/>
            <a:ext cx="4079700" cy="239700"/>
          </a:xfrm>
          <a:prstGeom prst="chevron">
            <a:avLst>
              <a:gd fmla="val 50000" name="adj"/>
            </a:avLst>
          </a:prstGeom>
          <a:solidFill>
            <a:srgbClr val="EA999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980000"/>
                </a:solidFill>
                <a:latin typeface="Inter"/>
                <a:ea typeface="Inter"/>
                <a:cs typeface="Inter"/>
                <a:sym typeface="Inter"/>
              </a:rPr>
              <a:t>  DE</a:t>
            </a:r>
            <a:endParaRPr b="1">
              <a:solidFill>
                <a:srgbClr val="980000"/>
              </a:solidFill>
              <a:latin typeface="Inter"/>
              <a:ea typeface="Inter"/>
              <a:cs typeface="Inter"/>
              <a:sym typeface="Inter"/>
            </a:endParaRPr>
          </a:p>
        </p:txBody>
      </p:sp>
      <p:sp>
        <p:nvSpPr>
          <p:cNvPr id="450" name="Google Shape;450;p33"/>
          <p:cNvSpPr/>
          <p:nvPr/>
        </p:nvSpPr>
        <p:spPr>
          <a:xfrm>
            <a:off x="4479650" y="3562931"/>
            <a:ext cx="4079700" cy="239700"/>
          </a:xfrm>
          <a:prstGeom prst="chevron">
            <a:avLst>
              <a:gd fmla="val 50000" name="adj"/>
            </a:avLst>
          </a:prstGeom>
          <a:solidFill>
            <a:srgbClr val="FFE599"/>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9900"/>
                </a:solidFill>
                <a:latin typeface="Inter"/>
                <a:ea typeface="Inter"/>
                <a:cs typeface="Inter"/>
                <a:sym typeface="Inter"/>
              </a:rPr>
              <a:t>           DA</a:t>
            </a:r>
            <a:endParaRPr b="1">
              <a:solidFill>
                <a:srgbClr val="FF9900"/>
              </a:solidFill>
              <a:latin typeface="Inter"/>
              <a:ea typeface="Inter"/>
              <a:cs typeface="Inter"/>
              <a:sym typeface="Inter"/>
            </a:endParaRPr>
          </a:p>
        </p:txBody>
      </p:sp>
      <p:pic>
        <p:nvPicPr>
          <p:cNvPr id="451" name="Google Shape;451;p33"/>
          <p:cNvPicPr preferRelativeResize="0"/>
          <p:nvPr/>
        </p:nvPicPr>
        <p:blipFill>
          <a:blip r:embed="rId3">
            <a:alphaModFix/>
          </a:blip>
          <a:stretch>
            <a:fillRect/>
          </a:stretch>
        </p:blipFill>
        <p:spPr>
          <a:xfrm>
            <a:off x="1467950" y="3588625"/>
            <a:ext cx="184575" cy="184575"/>
          </a:xfrm>
          <a:prstGeom prst="rect">
            <a:avLst/>
          </a:prstGeom>
          <a:noFill/>
          <a:ln>
            <a:noFill/>
          </a:ln>
        </p:spPr>
      </p:pic>
      <p:sp>
        <p:nvSpPr>
          <p:cNvPr id="452" name="Google Shape;452;p33"/>
          <p:cNvSpPr/>
          <p:nvPr/>
        </p:nvSpPr>
        <p:spPr>
          <a:xfrm>
            <a:off x="3683475" y="4259230"/>
            <a:ext cx="1452600" cy="270000"/>
          </a:xfrm>
          <a:prstGeom prst="chevron">
            <a:avLst>
              <a:gd fmla="val 50000" name="adj"/>
            </a:avLst>
          </a:prstGeom>
          <a:solidFill>
            <a:srgbClr val="D9D2E9"/>
          </a:solid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9900FF"/>
                </a:solidFill>
                <a:latin typeface="Inter"/>
                <a:ea typeface="Inter"/>
                <a:cs typeface="Inter"/>
                <a:sym typeface="Inter"/>
              </a:rPr>
              <a:t>                DS</a:t>
            </a:r>
            <a:endParaRPr b="1" sz="1200">
              <a:solidFill>
                <a:srgbClr val="9900FF"/>
              </a:solidFill>
              <a:latin typeface="Inter"/>
              <a:ea typeface="Inter"/>
              <a:cs typeface="Inter"/>
              <a:sym typeface="Inter"/>
            </a:endParaRPr>
          </a:p>
        </p:txBody>
      </p:sp>
      <p:sp>
        <p:nvSpPr>
          <p:cNvPr id="453" name="Google Shape;453;p33"/>
          <p:cNvSpPr/>
          <p:nvPr/>
        </p:nvSpPr>
        <p:spPr>
          <a:xfrm>
            <a:off x="2498450" y="3889729"/>
            <a:ext cx="4079700" cy="248100"/>
          </a:xfrm>
          <a:prstGeom prst="chevron">
            <a:avLst>
              <a:gd fmla="val 50000" name="adj"/>
            </a:avLst>
          </a:prstGeom>
          <a:solidFill>
            <a:srgbClr val="C9DAF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1C4587"/>
                </a:solidFill>
                <a:latin typeface="Inter"/>
                <a:ea typeface="Inter"/>
                <a:cs typeface="Inter"/>
                <a:sym typeface="Inter"/>
              </a:rPr>
              <a:t>   AE</a:t>
            </a:r>
            <a:endParaRPr b="1">
              <a:solidFill>
                <a:srgbClr val="1C4587"/>
              </a:solidFill>
              <a:latin typeface="Inter"/>
              <a:ea typeface="Inter"/>
              <a:cs typeface="Inter"/>
              <a:sym typeface="Inter"/>
            </a:endParaRPr>
          </a:p>
        </p:txBody>
      </p:sp>
      <p:pic>
        <p:nvPicPr>
          <p:cNvPr id="454" name="Google Shape;454;p33"/>
          <p:cNvPicPr preferRelativeResize="0"/>
          <p:nvPr/>
        </p:nvPicPr>
        <p:blipFill>
          <a:blip r:embed="rId4">
            <a:alphaModFix/>
          </a:blip>
          <a:stretch>
            <a:fillRect/>
          </a:stretch>
        </p:blipFill>
        <p:spPr>
          <a:xfrm>
            <a:off x="3345450" y="3900524"/>
            <a:ext cx="184575" cy="215161"/>
          </a:xfrm>
          <a:prstGeom prst="rect">
            <a:avLst/>
          </a:prstGeom>
          <a:noFill/>
          <a:ln>
            <a:noFill/>
          </a:ln>
        </p:spPr>
      </p:pic>
      <p:sp>
        <p:nvSpPr>
          <p:cNvPr id="455" name="Google Shape;455;p33"/>
          <p:cNvSpPr/>
          <p:nvPr/>
        </p:nvSpPr>
        <p:spPr>
          <a:xfrm>
            <a:off x="6725625" y="3889729"/>
            <a:ext cx="2367000" cy="248100"/>
          </a:xfrm>
          <a:prstGeom prst="chevron">
            <a:avLst>
              <a:gd fmla="val 50000" name="adj"/>
            </a:avLst>
          </a:prstGeom>
          <a:solidFill>
            <a:srgbClr val="D9EAD3"/>
          </a:solidFill>
          <a:ln cap="flat" cmpd="sng" w="2857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274E13"/>
                </a:solidFill>
                <a:latin typeface="Inter"/>
                <a:ea typeface="Inter"/>
                <a:cs typeface="Inter"/>
                <a:sym typeface="Inter"/>
              </a:rPr>
              <a:t>          BA</a:t>
            </a:r>
            <a:endParaRPr b="1">
              <a:solidFill>
                <a:srgbClr val="274E13"/>
              </a:solidFill>
              <a:latin typeface="Inter"/>
              <a:ea typeface="Inter"/>
              <a:cs typeface="Inter"/>
              <a:sym typeface="Inter"/>
            </a:endParaRPr>
          </a:p>
        </p:txBody>
      </p:sp>
      <p:pic>
        <p:nvPicPr>
          <p:cNvPr id="456" name="Google Shape;456;p33"/>
          <p:cNvPicPr preferRelativeResize="0"/>
          <p:nvPr/>
        </p:nvPicPr>
        <p:blipFill>
          <a:blip r:embed="rId5">
            <a:alphaModFix/>
          </a:blip>
          <a:stretch>
            <a:fillRect/>
          </a:stretch>
        </p:blipFill>
        <p:spPr>
          <a:xfrm>
            <a:off x="7052751" y="3918682"/>
            <a:ext cx="184575" cy="184575"/>
          </a:xfrm>
          <a:prstGeom prst="rect">
            <a:avLst/>
          </a:prstGeom>
          <a:noFill/>
          <a:ln>
            <a:noFill/>
          </a:ln>
        </p:spPr>
      </p:pic>
      <p:sp>
        <p:nvSpPr>
          <p:cNvPr id="457" name="Google Shape;457;p33"/>
          <p:cNvSpPr/>
          <p:nvPr/>
        </p:nvSpPr>
        <p:spPr>
          <a:xfrm>
            <a:off x="96225" y="3889729"/>
            <a:ext cx="2284200" cy="248100"/>
          </a:xfrm>
          <a:prstGeom prst="chevron">
            <a:avLst>
              <a:gd fmla="val 50000"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00FF"/>
                </a:solidFill>
                <a:latin typeface="Inter"/>
                <a:ea typeface="Inter"/>
                <a:cs typeface="Inter"/>
                <a:sym typeface="Inter"/>
              </a:rPr>
              <a:t>            D.Ops</a:t>
            </a:r>
            <a:endParaRPr b="1">
              <a:solidFill>
                <a:srgbClr val="FF00FF"/>
              </a:solidFill>
              <a:latin typeface="Inter"/>
              <a:ea typeface="Inter"/>
              <a:cs typeface="Inter"/>
              <a:sym typeface="Inter"/>
            </a:endParaRPr>
          </a:p>
        </p:txBody>
      </p:sp>
      <p:pic>
        <p:nvPicPr>
          <p:cNvPr id="458" name="Google Shape;458;p33"/>
          <p:cNvPicPr preferRelativeResize="0"/>
          <p:nvPr/>
        </p:nvPicPr>
        <p:blipFill>
          <a:blip r:embed="rId6">
            <a:alphaModFix/>
          </a:blip>
          <a:stretch>
            <a:fillRect/>
          </a:stretch>
        </p:blipFill>
        <p:spPr>
          <a:xfrm>
            <a:off x="505950" y="3895467"/>
            <a:ext cx="208975" cy="208950"/>
          </a:xfrm>
          <a:prstGeom prst="rect">
            <a:avLst/>
          </a:prstGeom>
          <a:noFill/>
          <a:ln>
            <a:noFill/>
          </a:ln>
        </p:spPr>
      </p:pic>
      <p:pic>
        <p:nvPicPr>
          <p:cNvPr id="459" name="Google Shape;459;p33"/>
          <p:cNvPicPr preferRelativeResize="0"/>
          <p:nvPr/>
        </p:nvPicPr>
        <p:blipFill>
          <a:blip r:embed="rId7">
            <a:alphaModFix/>
          </a:blip>
          <a:stretch>
            <a:fillRect/>
          </a:stretch>
        </p:blipFill>
        <p:spPr>
          <a:xfrm>
            <a:off x="3990290" y="4289125"/>
            <a:ext cx="208975" cy="208975"/>
          </a:xfrm>
          <a:prstGeom prst="rect">
            <a:avLst/>
          </a:prstGeom>
          <a:noFill/>
          <a:ln>
            <a:noFill/>
          </a:ln>
        </p:spPr>
      </p:pic>
      <p:pic>
        <p:nvPicPr>
          <p:cNvPr id="460" name="Google Shape;460;p33"/>
          <p:cNvPicPr preferRelativeResize="0"/>
          <p:nvPr/>
        </p:nvPicPr>
        <p:blipFill>
          <a:blip r:embed="rId8">
            <a:alphaModFix/>
          </a:blip>
          <a:stretch>
            <a:fillRect/>
          </a:stretch>
        </p:blipFill>
        <p:spPr>
          <a:xfrm>
            <a:off x="5641716" y="3567804"/>
            <a:ext cx="208975" cy="208975"/>
          </a:xfrm>
          <a:prstGeom prst="rect">
            <a:avLst/>
          </a:prstGeom>
          <a:noFill/>
          <a:ln>
            <a:noFill/>
          </a:ln>
        </p:spPr>
      </p:pic>
      <p:sp>
        <p:nvSpPr>
          <p:cNvPr id="461" name="Google Shape;461;p33"/>
          <p:cNvSpPr/>
          <p:nvPr/>
        </p:nvSpPr>
        <p:spPr>
          <a:xfrm>
            <a:off x="3260475" y="979821"/>
            <a:ext cx="2444100" cy="1165500"/>
          </a:xfrm>
          <a:prstGeom prst="round2SameRect">
            <a:avLst>
              <a:gd fmla="val 3116" name="adj1"/>
              <a:gd fmla="val 0" name="adj2"/>
            </a:avLst>
          </a:prstGeom>
          <a:no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3"/>
          <p:cNvSpPr/>
          <p:nvPr/>
        </p:nvSpPr>
        <p:spPr>
          <a:xfrm>
            <a:off x="297700" y="1017121"/>
            <a:ext cx="1414200" cy="1119600"/>
          </a:xfrm>
          <a:prstGeom prst="round2SameRect">
            <a:avLst>
              <a:gd fmla="val 3116" name="adj1"/>
              <a:gd fmla="val 0" name="adj2"/>
            </a:avLst>
          </a:prstGeom>
          <a:no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3"/>
          <p:cNvSpPr/>
          <p:nvPr/>
        </p:nvSpPr>
        <p:spPr>
          <a:xfrm>
            <a:off x="297675" y="1007437"/>
            <a:ext cx="1414200" cy="252000"/>
          </a:xfrm>
          <a:prstGeom prst="round2SameRect">
            <a:avLst>
              <a:gd fmla="val 16667" name="adj1"/>
              <a:gd fmla="val 0" name="adj2"/>
            </a:avLst>
          </a:prstGeom>
          <a:solidFill>
            <a:srgbClr val="4D04C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Data sources</a:t>
            </a:r>
            <a:endParaRPr sz="1200">
              <a:solidFill>
                <a:schemeClr val="lt1"/>
              </a:solidFill>
              <a:latin typeface="Inter"/>
              <a:ea typeface="Inter"/>
              <a:cs typeface="Inter"/>
              <a:sym typeface="Inter"/>
            </a:endParaRPr>
          </a:p>
        </p:txBody>
      </p:sp>
      <p:sp>
        <p:nvSpPr>
          <p:cNvPr id="464" name="Google Shape;464;p33"/>
          <p:cNvSpPr/>
          <p:nvPr/>
        </p:nvSpPr>
        <p:spPr>
          <a:xfrm>
            <a:off x="366521" y="1042121"/>
            <a:ext cx="198000" cy="197400"/>
          </a:xfrm>
          <a:prstGeom prst="roundRect">
            <a:avLst>
              <a:gd fmla="val 16667" name="adj"/>
            </a:avLst>
          </a:prstGeom>
          <a:solidFill>
            <a:schemeClr val="lt1"/>
          </a:solid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5" name="Google Shape;465;p33"/>
          <p:cNvPicPr preferRelativeResize="0"/>
          <p:nvPr/>
        </p:nvPicPr>
        <p:blipFill>
          <a:blip r:embed="rId9">
            <a:alphaModFix/>
          </a:blip>
          <a:stretch>
            <a:fillRect/>
          </a:stretch>
        </p:blipFill>
        <p:spPr>
          <a:xfrm>
            <a:off x="371670" y="1041636"/>
            <a:ext cx="182769" cy="182321"/>
          </a:xfrm>
          <a:prstGeom prst="rect">
            <a:avLst/>
          </a:prstGeom>
          <a:noFill/>
          <a:ln>
            <a:noFill/>
          </a:ln>
          <a:effectLst>
            <a:outerShdw blurRad="57150" rotWithShape="0" algn="bl" dir="5400000" dist="19050">
              <a:srgbClr val="000000">
                <a:alpha val="50000"/>
              </a:srgbClr>
            </a:outerShdw>
          </a:effectLst>
        </p:spPr>
      </p:pic>
      <p:sp>
        <p:nvSpPr>
          <p:cNvPr id="466" name="Google Shape;466;p33"/>
          <p:cNvSpPr/>
          <p:nvPr/>
        </p:nvSpPr>
        <p:spPr>
          <a:xfrm>
            <a:off x="1779075" y="1627424"/>
            <a:ext cx="1414200" cy="252000"/>
          </a:xfrm>
          <a:prstGeom prst="homePlate">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 name="Google Shape;467;p33"/>
          <p:cNvCxnSpPr/>
          <p:nvPr/>
        </p:nvCxnSpPr>
        <p:spPr>
          <a:xfrm rot="10800000">
            <a:off x="2423175" y="1727024"/>
            <a:ext cx="3300" cy="224700"/>
          </a:xfrm>
          <a:prstGeom prst="straightConnector1">
            <a:avLst/>
          </a:prstGeom>
          <a:noFill/>
          <a:ln cap="flat" cmpd="sng" w="28575">
            <a:solidFill>
              <a:srgbClr val="FF0000"/>
            </a:solidFill>
            <a:prstDash val="solid"/>
            <a:round/>
            <a:headEnd len="med" w="med" type="none"/>
            <a:tailEnd len="med" w="med" type="none"/>
          </a:ln>
        </p:spPr>
      </p:cxnSp>
      <p:sp>
        <p:nvSpPr>
          <p:cNvPr id="468" name="Google Shape;468;p33"/>
          <p:cNvSpPr/>
          <p:nvPr/>
        </p:nvSpPr>
        <p:spPr>
          <a:xfrm>
            <a:off x="5817068" y="1804062"/>
            <a:ext cx="1414200" cy="2520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 name="Google Shape;469;p33"/>
          <p:cNvCxnSpPr>
            <a:stCxn id="470" idx="0"/>
            <a:endCxn id="468" idx="2"/>
          </p:cNvCxnSpPr>
          <p:nvPr/>
        </p:nvCxnSpPr>
        <p:spPr>
          <a:xfrm rot="10800000">
            <a:off x="6461020" y="2056162"/>
            <a:ext cx="1800" cy="185400"/>
          </a:xfrm>
          <a:prstGeom prst="straightConnector1">
            <a:avLst/>
          </a:prstGeom>
          <a:noFill/>
          <a:ln cap="flat" cmpd="sng" w="28575">
            <a:solidFill>
              <a:schemeClr val="accent4"/>
            </a:solidFill>
            <a:prstDash val="solid"/>
            <a:round/>
            <a:headEnd len="med" w="med" type="none"/>
            <a:tailEnd len="med" w="med" type="none"/>
          </a:ln>
        </p:spPr>
      </p:cxnSp>
      <p:sp>
        <p:nvSpPr>
          <p:cNvPr id="470" name="Google Shape;470;p33"/>
          <p:cNvSpPr/>
          <p:nvPr/>
        </p:nvSpPr>
        <p:spPr>
          <a:xfrm>
            <a:off x="5905870" y="2241562"/>
            <a:ext cx="1113900" cy="25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chemeClr val="accent4"/>
                </a:solidFill>
                <a:latin typeface="Inter SemiBold"/>
                <a:ea typeface="Inter SemiBold"/>
                <a:cs typeface="Inter SemiBold"/>
                <a:sym typeface="Inter SemiBold"/>
              </a:rPr>
              <a:t>         Analyse</a:t>
            </a:r>
            <a:endParaRPr i="1" sz="1000">
              <a:solidFill>
                <a:schemeClr val="accent4"/>
              </a:solidFill>
              <a:latin typeface="Inter SemiBold"/>
              <a:ea typeface="Inter SemiBold"/>
              <a:cs typeface="Inter SemiBold"/>
              <a:sym typeface="Inter SemiBold"/>
            </a:endParaRPr>
          </a:p>
        </p:txBody>
      </p:sp>
      <p:sp>
        <p:nvSpPr>
          <p:cNvPr id="471" name="Google Shape;471;p33"/>
          <p:cNvSpPr/>
          <p:nvPr/>
        </p:nvSpPr>
        <p:spPr>
          <a:xfrm>
            <a:off x="5904520" y="2241189"/>
            <a:ext cx="270000" cy="2520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3"/>
          <p:cNvSpPr/>
          <p:nvPr/>
        </p:nvSpPr>
        <p:spPr>
          <a:xfrm>
            <a:off x="5817068" y="1499262"/>
            <a:ext cx="1414200" cy="252000"/>
          </a:xfrm>
          <a:prstGeom prst="homePlate">
            <a:avLst>
              <a:gd fmla="val 50000"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3" name="Google Shape;473;p33"/>
          <p:cNvCxnSpPr/>
          <p:nvPr/>
        </p:nvCxnSpPr>
        <p:spPr>
          <a:xfrm flipH="1" rot="10800000">
            <a:off x="6461168" y="1402062"/>
            <a:ext cx="3300" cy="97200"/>
          </a:xfrm>
          <a:prstGeom prst="straightConnector1">
            <a:avLst/>
          </a:prstGeom>
          <a:noFill/>
          <a:ln cap="flat" cmpd="sng" w="28575">
            <a:solidFill>
              <a:srgbClr val="E7C60E"/>
            </a:solidFill>
            <a:prstDash val="solid"/>
            <a:round/>
            <a:headEnd len="med" w="med" type="none"/>
            <a:tailEnd len="med" w="med" type="none"/>
          </a:ln>
        </p:spPr>
      </p:cxnSp>
      <p:sp>
        <p:nvSpPr>
          <p:cNvPr id="474" name="Google Shape;474;p33"/>
          <p:cNvSpPr/>
          <p:nvPr/>
        </p:nvSpPr>
        <p:spPr>
          <a:xfrm>
            <a:off x="749600" y="2754796"/>
            <a:ext cx="6963300" cy="288600"/>
          </a:xfrm>
          <a:prstGeom prst="leftRightArrow">
            <a:avLst>
              <a:gd fmla="val 76182"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Orchestrate</a:t>
            </a:r>
            <a:endParaRPr sz="1200">
              <a:solidFill>
                <a:schemeClr val="lt1"/>
              </a:solidFill>
              <a:latin typeface="Inter"/>
              <a:ea typeface="Inter"/>
              <a:cs typeface="Inter"/>
              <a:sym typeface="Inter"/>
            </a:endParaRPr>
          </a:p>
        </p:txBody>
      </p:sp>
      <p:sp>
        <p:nvSpPr>
          <p:cNvPr id="475" name="Google Shape;475;p33"/>
          <p:cNvSpPr/>
          <p:nvPr/>
        </p:nvSpPr>
        <p:spPr>
          <a:xfrm flipH="1">
            <a:off x="2520050" y="3046875"/>
            <a:ext cx="3422400" cy="224700"/>
          </a:xfrm>
          <a:prstGeom prst="snip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Documentation</a:t>
            </a:r>
            <a:endParaRPr sz="1200">
              <a:solidFill>
                <a:schemeClr val="lt1"/>
              </a:solidFill>
              <a:latin typeface="Inter"/>
              <a:ea typeface="Inter"/>
              <a:cs typeface="Inter"/>
              <a:sym typeface="Inter"/>
            </a:endParaRPr>
          </a:p>
        </p:txBody>
      </p:sp>
      <p:pic>
        <p:nvPicPr>
          <p:cNvPr id="476" name="Google Shape;476;p33"/>
          <p:cNvPicPr preferRelativeResize="0"/>
          <p:nvPr/>
        </p:nvPicPr>
        <p:blipFill>
          <a:blip r:embed="rId10">
            <a:alphaModFix/>
          </a:blip>
          <a:stretch>
            <a:fillRect/>
          </a:stretch>
        </p:blipFill>
        <p:spPr>
          <a:xfrm>
            <a:off x="5959821" y="2289214"/>
            <a:ext cx="158150" cy="158150"/>
          </a:xfrm>
          <a:prstGeom prst="rect">
            <a:avLst/>
          </a:prstGeom>
          <a:noFill/>
          <a:ln>
            <a:noFill/>
          </a:ln>
        </p:spPr>
      </p:pic>
      <p:sp>
        <p:nvSpPr>
          <p:cNvPr id="477" name="Google Shape;477;p33"/>
          <p:cNvSpPr/>
          <p:nvPr/>
        </p:nvSpPr>
        <p:spPr>
          <a:xfrm>
            <a:off x="5871650" y="1159843"/>
            <a:ext cx="1113900" cy="252000"/>
          </a:xfrm>
          <a:prstGeom prst="roundRect">
            <a:avLst>
              <a:gd fmla="val 16667" name="adj"/>
            </a:avLst>
          </a:prstGeom>
          <a:noFill/>
          <a:ln cap="flat" cmpd="sng" w="19050">
            <a:solidFill>
              <a:srgbClr val="E7C60E"/>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rgbClr val="F1C232"/>
                </a:solidFill>
                <a:latin typeface="Inter SemiBold"/>
                <a:ea typeface="Inter SemiBold"/>
                <a:cs typeface="Inter SemiBold"/>
                <a:sym typeface="Inter SemiBold"/>
              </a:rPr>
              <a:t>          Activate</a:t>
            </a:r>
            <a:endParaRPr i="1" sz="1000">
              <a:solidFill>
                <a:srgbClr val="F1C232"/>
              </a:solidFill>
              <a:latin typeface="Inter SemiBold"/>
              <a:ea typeface="Inter SemiBold"/>
              <a:cs typeface="Inter SemiBold"/>
              <a:sym typeface="Inter SemiBold"/>
            </a:endParaRPr>
          </a:p>
        </p:txBody>
      </p:sp>
      <p:sp>
        <p:nvSpPr>
          <p:cNvPr id="478" name="Google Shape;478;p33"/>
          <p:cNvSpPr/>
          <p:nvPr/>
        </p:nvSpPr>
        <p:spPr>
          <a:xfrm>
            <a:off x="5858625" y="1150321"/>
            <a:ext cx="288600" cy="270000"/>
          </a:xfrm>
          <a:prstGeom prst="roundRect">
            <a:avLst>
              <a:gd fmla="val 16667"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9" name="Google Shape;479;p33"/>
          <p:cNvPicPr preferRelativeResize="0"/>
          <p:nvPr/>
        </p:nvPicPr>
        <p:blipFill>
          <a:blip r:embed="rId11">
            <a:alphaModFix/>
          </a:blip>
          <a:stretch>
            <a:fillRect/>
          </a:stretch>
        </p:blipFill>
        <p:spPr>
          <a:xfrm>
            <a:off x="5880456" y="1188543"/>
            <a:ext cx="204864" cy="178931"/>
          </a:xfrm>
          <a:prstGeom prst="rect">
            <a:avLst/>
          </a:prstGeom>
          <a:noFill/>
          <a:ln>
            <a:noFill/>
          </a:ln>
        </p:spPr>
      </p:pic>
      <p:sp>
        <p:nvSpPr>
          <p:cNvPr id="480" name="Google Shape;480;p33"/>
          <p:cNvSpPr/>
          <p:nvPr/>
        </p:nvSpPr>
        <p:spPr>
          <a:xfrm>
            <a:off x="3401200" y="1627425"/>
            <a:ext cx="2248200" cy="252000"/>
          </a:xfrm>
          <a:prstGeom prst="homePlate">
            <a:avLst>
              <a:gd fmla="val 50000"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1" name="Google Shape;481;p33"/>
          <p:cNvCxnSpPr/>
          <p:nvPr/>
        </p:nvCxnSpPr>
        <p:spPr>
          <a:xfrm rot="10800000">
            <a:off x="4368502" y="1741837"/>
            <a:ext cx="3300" cy="224700"/>
          </a:xfrm>
          <a:prstGeom prst="straightConnector1">
            <a:avLst/>
          </a:prstGeom>
          <a:noFill/>
          <a:ln cap="flat" cmpd="sng" w="28575">
            <a:solidFill>
              <a:srgbClr val="4A86E8"/>
            </a:solidFill>
            <a:prstDash val="solid"/>
            <a:round/>
            <a:headEnd len="med" w="med" type="none"/>
            <a:tailEnd len="med" w="med" type="none"/>
          </a:ln>
        </p:spPr>
      </p:cxnSp>
      <p:sp>
        <p:nvSpPr>
          <p:cNvPr id="482" name="Google Shape;482;p33"/>
          <p:cNvSpPr/>
          <p:nvPr/>
        </p:nvSpPr>
        <p:spPr>
          <a:xfrm>
            <a:off x="3813200" y="1966525"/>
            <a:ext cx="1113900" cy="756000"/>
          </a:xfrm>
          <a:prstGeom prst="roundRect">
            <a:avLst>
              <a:gd fmla="val 7231"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483" name="Google Shape;483;p33"/>
          <p:cNvSpPr/>
          <p:nvPr/>
        </p:nvSpPr>
        <p:spPr>
          <a:xfrm>
            <a:off x="3814852" y="1966537"/>
            <a:ext cx="1113900" cy="252000"/>
          </a:xfrm>
          <a:prstGeom prst="roundRect">
            <a:avLst>
              <a:gd fmla="val 16667"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a:t>
            </a:r>
            <a:r>
              <a:rPr i="1" lang="en-GB" sz="1000">
                <a:solidFill>
                  <a:srgbClr val="4A86E8"/>
                </a:solidFill>
                <a:latin typeface="Inter SemiBold"/>
                <a:ea typeface="Inter SemiBold"/>
                <a:cs typeface="Inter SemiBold"/>
                <a:sym typeface="Inter SemiBold"/>
              </a:rPr>
              <a:t>Transform</a:t>
            </a:r>
            <a:endParaRPr i="1" sz="1000">
              <a:solidFill>
                <a:srgbClr val="4A86E8"/>
              </a:solidFill>
              <a:latin typeface="Inter SemiBold"/>
              <a:ea typeface="Inter SemiBold"/>
              <a:cs typeface="Inter SemiBold"/>
              <a:sym typeface="Inter SemiBold"/>
            </a:endParaRPr>
          </a:p>
        </p:txBody>
      </p:sp>
      <p:sp>
        <p:nvSpPr>
          <p:cNvPr id="484" name="Google Shape;484;p33"/>
          <p:cNvSpPr/>
          <p:nvPr/>
        </p:nvSpPr>
        <p:spPr>
          <a:xfrm>
            <a:off x="3801825" y="1966696"/>
            <a:ext cx="299100" cy="252000"/>
          </a:xfrm>
          <a:prstGeom prst="roundRect">
            <a:avLst>
              <a:gd fmla="val 16667"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5" name="Google Shape;485;p33"/>
          <p:cNvPicPr preferRelativeResize="0"/>
          <p:nvPr/>
        </p:nvPicPr>
        <p:blipFill rotWithShape="1">
          <a:blip r:embed="rId12">
            <a:alphaModFix/>
          </a:blip>
          <a:srcRect b="8975" l="13504" r="12174" t="11108"/>
          <a:stretch/>
        </p:blipFill>
        <p:spPr>
          <a:xfrm>
            <a:off x="3871008" y="2019495"/>
            <a:ext cx="158150" cy="170071"/>
          </a:xfrm>
          <a:prstGeom prst="rect">
            <a:avLst/>
          </a:prstGeom>
          <a:noFill/>
          <a:ln>
            <a:noFill/>
          </a:ln>
        </p:spPr>
      </p:pic>
      <p:sp>
        <p:nvSpPr>
          <p:cNvPr id="486" name="Google Shape;486;p33"/>
          <p:cNvSpPr/>
          <p:nvPr/>
        </p:nvSpPr>
        <p:spPr>
          <a:xfrm>
            <a:off x="7375275" y="1813746"/>
            <a:ext cx="1414200" cy="756000"/>
          </a:xfrm>
          <a:prstGeom prst="round2SameRect">
            <a:avLst>
              <a:gd fmla="val 5563" name="adj1"/>
              <a:gd fmla="val 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3"/>
          <p:cNvSpPr/>
          <p:nvPr/>
        </p:nvSpPr>
        <p:spPr>
          <a:xfrm>
            <a:off x="7375250" y="1804062"/>
            <a:ext cx="1414200" cy="270000"/>
          </a:xfrm>
          <a:prstGeom prst="round2Same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BI</a:t>
            </a:r>
            <a:endParaRPr sz="1100">
              <a:solidFill>
                <a:schemeClr val="lt1"/>
              </a:solidFill>
              <a:latin typeface="Inter"/>
              <a:ea typeface="Inter"/>
              <a:cs typeface="Inter"/>
              <a:sym typeface="Inter"/>
            </a:endParaRPr>
          </a:p>
        </p:txBody>
      </p:sp>
      <p:sp>
        <p:nvSpPr>
          <p:cNvPr id="488" name="Google Shape;488;p33"/>
          <p:cNvSpPr/>
          <p:nvPr/>
        </p:nvSpPr>
        <p:spPr>
          <a:xfrm>
            <a:off x="7543740" y="1846524"/>
            <a:ext cx="209100" cy="1854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489" name="Google Shape;489;p33"/>
          <p:cNvPicPr preferRelativeResize="0"/>
          <p:nvPr/>
        </p:nvPicPr>
        <p:blipFill>
          <a:blip r:embed="rId13">
            <a:alphaModFix/>
          </a:blip>
          <a:stretch>
            <a:fillRect/>
          </a:stretch>
        </p:blipFill>
        <p:spPr>
          <a:xfrm>
            <a:off x="7543733" y="1874640"/>
            <a:ext cx="203365" cy="134433"/>
          </a:xfrm>
          <a:prstGeom prst="rect">
            <a:avLst/>
          </a:prstGeom>
          <a:noFill/>
          <a:ln>
            <a:noFill/>
          </a:ln>
        </p:spPr>
      </p:pic>
      <p:sp>
        <p:nvSpPr>
          <p:cNvPr id="490" name="Google Shape;490;p33"/>
          <p:cNvSpPr/>
          <p:nvPr/>
        </p:nvSpPr>
        <p:spPr>
          <a:xfrm>
            <a:off x="7375275" y="1078496"/>
            <a:ext cx="1414200" cy="663600"/>
          </a:xfrm>
          <a:prstGeom prst="round2SameRect">
            <a:avLst>
              <a:gd fmla="val 5563" name="adj1"/>
              <a:gd fmla="val 0" name="adj2"/>
            </a:avLst>
          </a:prstGeom>
          <a:noFill/>
          <a:ln cap="flat" cmpd="sng" w="9525">
            <a:solidFill>
              <a:srgbClr val="E7C6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3"/>
          <p:cNvSpPr/>
          <p:nvPr/>
        </p:nvSpPr>
        <p:spPr>
          <a:xfrm>
            <a:off x="7375275" y="1078493"/>
            <a:ext cx="1414200" cy="270000"/>
          </a:xfrm>
          <a:prstGeom prst="round2SameRect">
            <a:avLst>
              <a:gd fmla="val 16667" name="adj1"/>
              <a:gd fmla="val 0" name="adj2"/>
            </a:avLst>
          </a:prstGeom>
          <a:solidFill>
            <a:srgbClr val="E7C60E"/>
          </a:solidFill>
          <a:ln>
            <a:noFill/>
          </a:ln>
        </p:spPr>
        <p:txBody>
          <a:bodyPr anchorCtr="0" anchor="ctr" bIns="91425" lIns="91425" spcFirstLastPara="1" rIns="0" wrap="square" tIns="91425">
            <a:noAutofit/>
          </a:bodyPr>
          <a:lstStyle/>
          <a:p>
            <a:pPr indent="0" lvl="0" marL="0" rtl="0" algn="l">
              <a:spcBef>
                <a:spcPts val="0"/>
              </a:spcBef>
              <a:spcAft>
                <a:spcPts val="0"/>
              </a:spcAft>
              <a:buNone/>
            </a:pPr>
            <a:r>
              <a:rPr lang="en-GB" sz="1100">
                <a:solidFill>
                  <a:schemeClr val="lt1"/>
                </a:solidFill>
                <a:latin typeface="Inter"/>
                <a:ea typeface="Inter"/>
                <a:cs typeface="Inter"/>
                <a:sym typeface="Inter"/>
              </a:rPr>
              <a:t>        Reverse ELT</a:t>
            </a:r>
            <a:endParaRPr sz="1100">
              <a:solidFill>
                <a:schemeClr val="lt1"/>
              </a:solidFill>
              <a:latin typeface="Inter"/>
              <a:ea typeface="Inter"/>
              <a:cs typeface="Inter"/>
              <a:sym typeface="Inter"/>
            </a:endParaRPr>
          </a:p>
        </p:txBody>
      </p:sp>
      <p:sp>
        <p:nvSpPr>
          <p:cNvPr id="492" name="Google Shape;492;p33"/>
          <p:cNvSpPr/>
          <p:nvPr/>
        </p:nvSpPr>
        <p:spPr>
          <a:xfrm>
            <a:off x="7531639" y="1091785"/>
            <a:ext cx="209100" cy="2463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493" name="Google Shape;493;p33"/>
          <p:cNvPicPr preferRelativeResize="0"/>
          <p:nvPr/>
        </p:nvPicPr>
        <p:blipFill>
          <a:blip r:embed="rId14">
            <a:alphaModFix/>
          </a:blip>
          <a:stretch>
            <a:fillRect/>
          </a:stretch>
        </p:blipFill>
        <p:spPr>
          <a:xfrm>
            <a:off x="7535245" y="1099228"/>
            <a:ext cx="197445" cy="233334"/>
          </a:xfrm>
          <a:prstGeom prst="rect">
            <a:avLst/>
          </a:prstGeom>
          <a:noFill/>
          <a:ln cap="flat" cmpd="sng" w="9525">
            <a:solidFill>
              <a:srgbClr val="E7C60E"/>
            </a:solidFill>
            <a:prstDash val="solid"/>
            <a:round/>
            <a:headEnd len="sm" w="sm" type="none"/>
            <a:tailEnd len="sm" w="sm" type="none"/>
          </a:ln>
        </p:spPr>
      </p:pic>
      <p:sp>
        <p:nvSpPr>
          <p:cNvPr id="494" name="Google Shape;494;p33"/>
          <p:cNvSpPr/>
          <p:nvPr/>
        </p:nvSpPr>
        <p:spPr>
          <a:xfrm>
            <a:off x="3260450" y="979371"/>
            <a:ext cx="2444100" cy="270000"/>
          </a:xfrm>
          <a:prstGeom prst="round2SameRect">
            <a:avLst>
              <a:gd fmla="val 16667" name="adj1"/>
              <a:gd fmla="val 0" name="adj2"/>
            </a:avLst>
          </a:prstGeom>
          <a:solidFill>
            <a:srgbClr val="00E9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Data platform</a:t>
            </a:r>
            <a:endParaRPr i="1" sz="1100">
              <a:solidFill>
                <a:schemeClr val="lt1"/>
              </a:solidFill>
              <a:latin typeface="Inter"/>
              <a:ea typeface="Inter"/>
              <a:cs typeface="Inter"/>
              <a:sym typeface="Inter"/>
            </a:endParaRPr>
          </a:p>
        </p:txBody>
      </p:sp>
      <p:sp>
        <p:nvSpPr>
          <p:cNvPr id="495" name="Google Shape;495;p33"/>
          <p:cNvSpPr/>
          <p:nvPr/>
        </p:nvSpPr>
        <p:spPr>
          <a:xfrm>
            <a:off x="3392575" y="1005789"/>
            <a:ext cx="246300" cy="222600"/>
          </a:xfrm>
          <a:prstGeom prst="roundRect">
            <a:avLst>
              <a:gd fmla="val 16667" name="adj"/>
            </a:avLst>
          </a:prstGeom>
          <a:solidFill>
            <a:schemeClr val="lt1"/>
          </a:solid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6" name="Google Shape;496;p33"/>
          <p:cNvPicPr preferRelativeResize="0"/>
          <p:nvPr/>
        </p:nvPicPr>
        <p:blipFill>
          <a:blip r:embed="rId15">
            <a:alphaModFix/>
          </a:blip>
          <a:stretch>
            <a:fillRect/>
          </a:stretch>
        </p:blipFill>
        <p:spPr>
          <a:xfrm>
            <a:off x="3401195" y="1003674"/>
            <a:ext cx="232521" cy="210757"/>
          </a:xfrm>
          <a:prstGeom prst="rect">
            <a:avLst/>
          </a:prstGeom>
          <a:noFill/>
          <a:ln>
            <a:noFill/>
          </a:ln>
        </p:spPr>
      </p:pic>
      <p:sp>
        <p:nvSpPr>
          <p:cNvPr id="497" name="Google Shape;497;p33"/>
          <p:cNvSpPr/>
          <p:nvPr/>
        </p:nvSpPr>
        <p:spPr>
          <a:xfrm>
            <a:off x="1832000" y="1966525"/>
            <a:ext cx="1113900" cy="756000"/>
          </a:xfrm>
          <a:prstGeom prst="roundRect">
            <a:avLst>
              <a:gd fmla="val 7231"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498" name="Google Shape;498;p33"/>
          <p:cNvSpPr/>
          <p:nvPr/>
        </p:nvSpPr>
        <p:spPr>
          <a:xfrm>
            <a:off x="1833652" y="1966537"/>
            <a:ext cx="1113900" cy="2520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000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E&amp;L</a:t>
            </a:r>
            <a:endParaRPr i="1" sz="1000">
              <a:solidFill>
                <a:srgbClr val="FF0000"/>
              </a:solidFill>
              <a:latin typeface="Inter SemiBold"/>
              <a:ea typeface="Inter SemiBold"/>
              <a:cs typeface="Inter SemiBold"/>
              <a:sym typeface="Inter SemiBold"/>
            </a:endParaRPr>
          </a:p>
        </p:txBody>
      </p:sp>
      <p:sp>
        <p:nvSpPr>
          <p:cNvPr id="499" name="Google Shape;499;p33"/>
          <p:cNvSpPr/>
          <p:nvPr/>
        </p:nvSpPr>
        <p:spPr>
          <a:xfrm>
            <a:off x="1820625" y="1966687"/>
            <a:ext cx="342000" cy="252000"/>
          </a:xfrm>
          <a:prstGeom prst="roundRect">
            <a:avLst>
              <a:gd fmla="val 16667"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0" name="Google Shape;500;p33"/>
          <p:cNvPicPr preferRelativeResize="0"/>
          <p:nvPr/>
        </p:nvPicPr>
        <p:blipFill rotWithShape="1">
          <a:blip r:embed="rId16">
            <a:alphaModFix/>
          </a:blip>
          <a:srcRect b="0" l="0" r="0" t="11731"/>
          <a:stretch/>
        </p:blipFill>
        <p:spPr>
          <a:xfrm rot="-5400000">
            <a:off x="1888477" y="1996573"/>
            <a:ext cx="224400" cy="197725"/>
          </a:xfrm>
          <a:prstGeom prst="rect">
            <a:avLst/>
          </a:prstGeom>
          <a:noFill/>
          <a:ln>
            <a:noFill/>
          </a:ln>
        </p:spPr>
      </p:pic>
      <p:cxnSp>
        <p:nvCxnSpPr>
          <p:cNvPr id="501" name="Google Shape;501;p33"/>
          <p:cNvCxnSpPr/>
          <p:nvPr/>
        </p:nvCxnSpPr>
        <p:spPr>
          <a:xfrm flipH="1" rot="10800000">
            <a:off x="205450" y="3403229"/>
            <a:ext cx="8435100" cy="6000"/>
          </a:xfrm>
          <a:prstGeom prst="straightConnector1">
            <a:avLst/>
          </a:prstGeom>
          <a:noFill/>
          <a:ln cap="flat" cmpd="sng" w="9525">
            <a:solidFill>
              <a:srgbClr val="4D04C4"/>
            </a:solidFill>
            <a:prstDash val="dash"/>
            <a:round/>
            <a:headEnd len="med" w="med" type="none"/>
            <a:tailEnd len="med" w="med" type="none"/>
          </a:ln>
        </p:spPr>
      </p:cxnSp>
      <p:sp>
        <p:nvSpPr>
          <p:cNvPr id="502" name="Google Shape;502;p33"/>
          <p:cNvSpPr/>
          <p:nvPr/>
        </p:nvSpPr>
        <p:spPr>
          <a:xfrm>
            <a:off x="375136" y="1318050"/>
            <a:ext cx="1253150" cy="756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3"/>
          <p:cNvSpPr/>
          <p:nvPr/>
        </p:nvSpPr>
        <p:spPr>
          <a:xfrm>
            <a:off x="3804125" y="1305929"/>
            <a:ext cx="1253150" cy="270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3"/>
          <p:cNvSpPr/>
          <p:nvPr/>
        </p:nvSpPr>
        <p:spPr>
          <a:xfrm>
            <a:off x="3895926" y="2284397"/>
            <a:ext cx="920925" cy="364213"/>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3"/>
          <p:cNvSpPr/>
          <p:nvPr/>
        </p:nvSpPr>
        <p:spPr>
          <a:xfrm>
            <a:off x="1914725" y="2284400"/>
            <a:ext cx="956975"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3"/>
          <p:cNvSpPr/>
          <p:nvPr/>
        </p:nvSpPr>
        <p:spPr>
          <a:xfrm>
            <a:off x="7422325" y="2132000"/>
            <a:ext cx="1308150"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3"/>
          <p:cNvSpPr/>
          <p:nvPr/>
        </p:nvSpPr>
        <p:spPr>
          <a:xfrm>
            <a:off x="7422325" y="1370000"/>
            <a:ext cx="1308150" cy="3216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3"/>
          <p:cNvSpPr/>
          <p:nvPr/>
        </p:nvSpPr>
        <p:spPr>
          <a:xfrm>
            <a:off x="1975926" y="360416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509" name="Google Shape;509;p33"/>
          <p:cNvSpPr/>
          <p:nvPr/>
        </p:nvSpPr>
        <p:spPr>
          <a:xfrm>
            <a:off x="3231875" y="2818975"/>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3"/>
          <p:cNvSpPr/>
          <p:nvPr/>
        </p:nvSpPr>
        <p:spPr>
          <a:xfrm>
            <a:off x="3242598" y="3096854"/>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3"/>
          <p:cNvSpPr/>
          <p:nvPr/>
        </p:nvSpPr>
        <p:spPr>
          <a:xfrm>
            <a:off x="909126" y="39274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512" name="Google Shape;512;p33"/>
          <p:cNvSpPr/>
          <p:nvPr/>
        </p:nvSpPr>
        <p:spPr>
          <a:xfrm>
            <a:off x="4185726" y="392742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513" name="Google Shape;513;p33"/>
          <p:cNvSpPr/>
          <p:nvPr/>
        </p:nvSpPr>
        <p:spPr>
          <a:xfrm>
            <a:off x="4282754" y="4302270"/>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514" name="Google Shape;514;p33"/>
          <p:cNvSpPr/>
          <p:nvPr/>
        </p:nvSpPr>
        <p:spPr>
          <a:xfrm>
            <a:off x="6256026" y="359773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0</a:t>
            </a:r>
            <a:endParaRPr sz="1100">
              <a:latin typeface="Inter"/>
              <a:ea typeface="Inter"/>
              <a:cs typeface="Inter"/>
              <a:sym typeface="Inter"/>
            </a:endParaRPr>
          </a:p>
        </p:txBody>
      </p:sp>
      <p:sp>
        <p:nvSpPr>
          <p:cNvPr id="515" name="Google Shape;515;p33"/>
          <p:cNvSpPr/>
          <p:nvPr/>
        </p:nvSpPr>
        <p:spPr>
          <a:xfrm>
            <a:off x="7676846" y="392714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10</a:t>
            </a:r>
            <a:endParaRPr sz="1100">
              <a:latin typeface="Inter"/>
              <a:ea typeface="Inter"/>
              <a:cs typeface="Inter"/>
              <a:sym typeface="Inter"/>
            </a:endParaRPr>
          </a:p>
        </p:txBody>
      </p:sp>
      <p:sp>
        <p:nvSpPr>
          <p:cNvPr id="516" name="Google Shape;516;p33"/>
          <p:cNvSpPr txBox="1"/>
          <p:nvPr>
            <p:ph type="title"/>
          </p:nvPr>
        </p:nvSpPr>
        <p:spPr>
          <a:xfrm>
            <a:off x="259200" y="181975"/>
            <a:ext cx="1452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300"/>
              <a:t>Phenix</a:t>
            </a:r>
            <a:endParaRPr sz="2300"/>
          </a:p>
          <a:p>
            <a:pPr indent="0" lvl="0" marL="0" rtl="0" algn="l">
              <a:spcBef>
                <a:spcPts val="0"/>
              </a:spcBef>
              <a:spcAft>
                <a:spcPts val="0"/>
              </a:spcAft>
              <a:buNone/>
            </a:pPr>
            <a:r>
              <a:t/>
            </a:r>
            <a:endParaRPr sz="1700"/>
          </a:p>
        </p:txBody>
      </p:sp>
      <p:sp>
        <p:nvSpPr>
          <p:cNvPr id="517" name="Google Shape;517;p33"/>
          <p:cNvSpPr/>
          <p:nvPr/>
        </p:nvSpPr>
        <p:spPr>
          <a:xfrm>
            <a:off x="1587250" y="32950"/>
            <a:ext cx="7505700" cy="572700"/>
          </a:xfrm>
          <a:prstGeom prst="roundRect">
            <a:avLst>
              <a:gd fmla="val 16667" name="adj"/>
            </a:avLst>
          </a:prstGeom>
          <a:solidFill>
            <a:schemeClr val="lt2"/>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8" name="Google Shape;518;p33"/>
          <p:cNvPicPr preferRelativeResize="0"/>
          <p:nvPr/>
        </p:nvPicPr>
        <p:blipFill>
          <a:blip r:embed="rId17">
            <a:alphaModFix/>
          </a:blip>
          <a:stretch>
            <a:fillRect/>
          </a:stretch>
        </p:blipFill>
        <p:spPr>
          <a:xfrm>
            <a:off x="6027525" y="355025"/>
            <a:ext cx="666112" cy="185400"/>
          </a:xfrm>
          <a:prstGeom prst="rect">
            <a:avLst/>
          </a:prstGeom>
          <a:noFill/>
          <a:ln>
            <a:noFill/>
          </a:ln>
        </p:spPr>
      </p:pic>
      <p:pic>
        <p:nvPicPr>
          <p:cNvPr id="519" name="Google Shape;519;p33"/>
          <p:cNvPicPr preferRelativeResize="0"/>
          <p:nvPr/>
        </p:nvPicPr>
        <p:blipFill>
          <a:blip r:embed="rId18">
            <a:alphaModFix/>
          </a:blip>
          <a:stretch>
            <a:fillRect/>
          </a:stretch>
        </p:blipFill>
        <p:spPr>
          <a:xfrm>
            <a:off x="2204325" y="285166"/>
            <a:ext cx="704347" cy="270000"/>
          </a:xfrm>
          <a:prstGeom prst="rect">
            <a:avLst/>
          </a:prstGeom>
          <a:noFill/>
          <a:ln>
            <a:noFill/>
          </a:ln>
        </p:spPr>
      </p:pic>
      <p:pic>
        <p:nvPicPr>
          <p:cNvPr id="520" name="Google Shape;520;p33"/>
          <p:cNvPicPr preferRelativeResize="0"/>
          <p:nvPr/>
        </p:nvPicPr>
        <p:blipFill>
          <a:blip r:embed="rId19">
            <a:alphaModFix/>
          </a:blip>
          <a:stretch>
            <a:fillRect/>
          </a:stretch>
        </p:blipFill>
        <p:spPr>
          <a:xfrm>
            <a:off x="7132800" y="311688"/>
            <a:ext cx="704350" cy="241845"/>
          </a:xfrm>
          <a:prstGeom prst="rect">
            <a:avLst/>
          </a:prstGeom>
          <a:noFill/>
          <a:ln>
            <a:noFill/>
          </a:ln>
        </p:spPr>
      </p:pic>
      <p:pic>
        <p:nvPicPr>
          <p:cNvPr id="521" name="Google Shape;521;p33"/>
          <p:cNvPicPr preferRelativeResize="0"/>
          <p:nvPr/>
        </p:nvPicPr>
        <p:blipFill rotWithShape="1">
          <a:blip r:embed="rId20">
            <a:alphaModFix/>
          </a:blip>
          <a:srcRect b="32826" l="0" r="0" t="35708"/>
          <a:stretch/>
        </p:blipFill>
        <p:spPr>
          <a:xfrm>
            <a:off x="3780274" y="41700"/>
            <a:ext cx="776125" cy="244228"/>
          </a:xfrm>
          <a:prstGeom prst="rect">
            <a:avLst/>
          </a:prstGeom>
          <a:noFill/>
          <a:ln>
            <a:noFill/>
          </a:ln>
        </p:spPr>
      </p:pic>
      <p:pic>
        <p:nvPicPr>
          <p:cNvPr id="522" name="Google Shape;522;p33"/>
          <p:cNvPicPr preferRelativeResize="0"/>
          <p:nvPr/>
        </p:nvPicPr>
        <p:blipFill rotWithShape="1">
          <a:blip r:embed="rId21">
            <a:alphaModFix/>
          </a:blip>
          <a:srcRect b="11509" l="0" r="0" t="7611"/>
          <a:stretch/>
        </p:blipFill>
        <p:spPr>
          <a:xfrm>
            <a:off x="4422260" y="259375"/>
            <a:ext cx="397639" cy="321601"/>
          </a:xfrm>
          <a:prstGeom prst="rect">
            <a:avLst/>
          </a:prstGeom>
          <a:noFill/>
          <a:ln>
            <a:noFill/>
          </a:ln>
        </p:spPr>
      </p:pic>
      <p:pic>
        <p:nvPicPr>
          <p:cNvPr id="523" name="Google Shape;523;p33"/>
          <p:cNvPicPr preferRelativeResize="0"/>
          <p:nvPr/>
        </p:nvPicPr>
        <p:blipFill>
          <a:blip r:embed="rId22">
            <a:alphaModFix/>
          </a:blip>
          <a:stretch>
            <a:fillRect/>
          </a:stretch>
        </p:blipFill>
        <p:spPr>
          <a:xfrm>
            <a:off x="6371359" y="131850"/>
            <a:ext cx="762841" cy="158150"/>
          </a:xfrm>
          <a:prstGeom prst="rect">
            <a:avLst/>
          </a:prstGeom>
          <a:noFill/>
          <a:ln>
            <a:noFill/>
          </a:ln>
        </p:spPr>
      </p:pic>
      <p:pic>
        <p:nvPicPr>
          <p:cNvPr id="524" name="Google Shape;524;p33"/>
          <p:cNvPicPr preferRelativeResize="0"/>
          <p:nvPr/>
        </p:nvPicPr>
        <p:blipFill>
          <a:blip r:embed="rId23">
            <a:alphaModFix/>
          </a:blip>
          <a:stretch>
            <a:fillRect/>
          </a:stretch>
        </p:blipFill>
        <p:spPr>
          <a:xfrm>
            <a:off x="2812425" y="72637"/>
            <a:ext cx="704350" cy="176087"/>
          </a:xfrm>
          <a:prstGeom prst="rect">
            <a:avLst/>
          </a:prstGeom>
          <a:noFill/>
          <a:ln>
            <a:noFill/>
          </a:ln>
        </p:spPr>
      </p:pic>
      <p:pic>
        <p:nvPicPr>
          <p:cNvPr id="525" name="Google Shape;525;p33"/>
          <p:cNvPicPr preferRelativeResize="0"/>
          <p:nvPr/>
        </p:nvPicPr>
        <p:blipFill>
          <a:blip r:embed="rId24">
            <a:alphaModFix/>
          </a:blip>
          <a:stretch>
            <a:fillRect/>
          </a:stretch>
        </p:blipFill>
        <p:spPr>
          <a:xfrm>
            <a:off x="1691150" y="93359"/>
            <a:ext cx="342000" cy="391603"/>
          </a:xfrm>
          <a:prstGeom prst="rect">
            <a:avLst/>
          </a:prstGeom>
          <a:noFill/>
          <a:ln>
            <a:noFill/>
          </a:ln>
        </p:spPr>
      </p:pic>
      <p:pic>
        <p:nvPicPr>
          <p:cNvPr id="526" name="Google Shape;526;p33"/>
          <p:cNvPicPr preferRelativeResize="0"/>
          <p:nvPr/>
        </p:nvPicPr>
        <p:blipFill rotWithShape="1">
          <a:blip r:embed="rId25">
            <a:alphaModFix/>
          </a:blip>
          <a:srcRect b="14713" l="12845" r="12689" t="13339"/>
          <a:stretch/>
        </p:blipFill>
        <p:spPr>
          <a:xfrm>
            <a:off x="4819891" y="70767"/>
            <a:ext cx="556735" cy="215150"/>
          </a:xfrm>
          <a:prstGeom prst="rect">
            <a:avLst/>
          </a:prstGeom>
          <a:noFill/>
          <a:ln>
            <a:noFill/>
          </a:ln>
        </p:spPr>
      </p:pic>
      <p:pic>
        <p:nvPicPr>
          <p:cNvPr id="527" name="Google Shape;527;p33"/>
          <p:cNvPicPr preferRelativeResize="0"/>
          <p:nvPr/>
        </p:nvPicPr>
        <p:blipFill rotWithShape="1">
          <a:blip r:embed="rId25">
            <a:alphaModFix/>
          </a:blip>
          <a:srcRect b="14713" l="12845" r="12689" t="13339"/>
          <a:stretch/>
        </p:blipFill>
        <p:spPr>
          <a:xfrm>
            <a:off x="3401188" y="372200"/>
            <a:ext cx="440115" cy="170075"/>
          </a:xfrm>
          <a:prstGeom prst="rect">
            <a:avLst/>
          </a:prstGeom>
          <a:noFill/>
          <a:ln>
            <a:noFill/>
          </a:ln>
        </p:spPr>
      </p:pic>
      <p:pic>
        <p:nvPicPr>
          <p:cNvPr id="528" name="Google Shape;528;p33"/>
          <p:cNvPicPr preferRelativeResize="0"/>
          <p:nvPr/>
        </p:nvPicPr>
        <p:blipFill rotWithShape="1">
          <a:blip r:embed="rId25">
            <a:alphaModFix/>
          </a:blip>
          <a:srcRect b="14713" l="12845" r="12689" t="13339"/>
          <a:stretch/>
        </p:blipFill>
        <p:spPr>
          <a:xfrm>
            <a:off x="8010963" y="90012"/>
            <a:ext cx="625813" cy="241850"/>
          </a:xfrm>
          <a:prstGeom prst="rect">
            <a:avLst/>
          </a:prstGeom>
          <a:noFill/>
          <a:ln>
            <a:noFill/>
          </a:ln>
        </p:spPr>
      </p:pic>
      <p:pic>
        <p:nvPicPr>
          <p:cNvPr id="529" name="Google Shape;529;p33"/>
          <p:cNvPicPr preferRelativeResize="0"/>
          <p:nvPr/>
        </p:nvPicPr>
        <p:blipFill rotWithShape="1">
          <a:blip r:embed="rId26">
            <a:alphaModFix/>
          </a:blip>
          <a:srcRect b="35266" l="12306" r="10924" t="31820"/>
          <a:stretch/>
        </p:blipFill>
        <p:spPr>
          <a:xfrm>
            <a:off x="5069025" y="336045"/>
            <a:ext cx="836060" cy="222601"/>
          </a:xfrm>
          <a:prstGeom prst="rect">
            <a:avLst/>
          </a:prstGeom>
          <a:noFill/>
          <a:ln>
            <a:noFill/>
          </a:ln>
        </p:spPr>
      </p:pic>
      <p:pic>
        <p:nvPicPr>
          <p:cNvPr id="530" name="Google Shape;530;p33"/>
          <p:cNvPicPr preferRelativeResize="0"/>
          <p:nvPr/>
        </p:nvPicPr>
        <p:blipFill>
          <a:blip r:embed="rId27">
            <a:alphaModFix/>
          </a:blip>
          <a:stretch>
            <a:fillRect/>
          </a:stretch>
        </p:blipFill>
        <p:spPr>
          <a:xfrm>
            <a:off x="8410016" y="367506"/>
            <a:ext cx="556725" cy="202277"/>
          </a:xfrm>
          <a:prstGeom prst="rect">
            <a:avLst/>
          </a:prstGeom>
          <a:noFill/>
          <a:ln>
            <a:noFill/>
          </a:ln>
        </p:spPr>
      </p:pic>
      <p:pic>
        <p:nvPicPr>
          <p:cNvPr id="531" name="Google Shape;531;p33"/>
          <p:cNvPicPr preferRelativeResize="0"/>
          <p:nvPr/>
        </p:nvPicPr>
        <p:blipFill>
          <a:blip r:embed="rId19">
            <a:alphaModFix/>
          </a:blip>
          <a:stretch>
            <a:fillRect/>
          </a:stretch>
        </p:blipFill>
        <p:spPr>
          <a:xfrm>
            <a:off x="3597900" y="1317475"/>
            <a:ext cx="704350" cy="241845"/>
          </a:xfrm>
          <a:prstGeom prst="rect">
            <a:avLst/>
          </a:prstGeom>
          <a:noFill/>
          <a:ln>
            <a:noFill/>
          </a:ln>
        </p:spPr>
      </p:pic>
      <p:pic>
        <p:nvPicPr>
          <p:cNvPr id="532" name="Google Shape;532;p33"/>
          <p:cNvPicPr preferRelativeResize="0"/>
          <p:nvPr/>
        </p:nvPicPr>
        <p:blipFill rotWithShape="1">
          <a:blip r:embed="rId20">
            <a:alphaModFix/>
          </a:blip>
          <a:srcRect b="32826" l="0" r="0" t="35708"/>
          <a:stretch/>
        </p:blipFill>
        <p:spPr>
          <a:xfrm>
            <a:off x="7688336" y="2126338"/>
            <a:ext cx="776125" cy="244228"/>
          </a:xfrm>
          <a:prstGeom prst="rect">
            <a:avLst/>
          </a:prstGeom>
          <a:noFill/>
          <a:ln>
            <a:noFill/>
          </a:ln>
        </p:spPr>
      </p:pic>
      <p:pic>
        <p:nvPicPr>
          <p:cNvPr id="533" name="Google Shape;533;p33"/>
          <p:cNvPicPr preferRelativeResize="0"/>
          <p:nvPr/>
        </p:nvPicPr>
        <p:blipFill rotWithShape="1">
          <a:blip r:embed="rId26">
            <a:alphaModFix/>
          </a:blip>
          <a:srcRect b="35266" l="12306" r="10924" t="31820"/>
          <a:stretch/>
        </p:blipFill>
        <p:spPr>
          <a:xfrm>
            <a:off x="7664350" y="2303120"/>
            <a:ext cx="836060" cy="222601"/>
          </a:xfrm>
          <a:prstGeom prst="rect">
            <a:avLst/>
          </a:prstGeom>
          <a:noFill/>
          <a:ln>
            <a:noFill/>
          </a:ln>
        </p:spPr>
      </p:pic>
      <p:pic>
        <p:nvPicPr>
          <p:cNvPr id="534" name="Google Shape;534;p33"/>
          <p:cNvPicPr preferRelativeResize="0"/>
          <p:nvPr/>
        </p:nvPicPr>
        <p:blipFill rotWithShape="1">
          <a:blip r:embed="rId25">
            <a:alphaModFix/>
          </a:blip>
          <a:srcRect b="14713" l="12845" r="12689" t="13339"/>
          <a:stretch/>
        </p:blipFill>
        <p:spPr>
          <a:xfrm>
            <a:off x="5044116" y="1330829"/>
            <a:ext cx="556735" cy="215150"/>
          </a:xfrm>
          <a:prstGeom prst="rect">
            <a:avLst/>
          </a:prstGeom>
          <a:noFill/>
          <a:ln>
            <a:noFill/>
          </a:ln>
        </p:spPr>
      </p:pic>
      <p:pic>
        <p:nvPicPr>
          <p:cNvPr id="535" name="Google Shape;535;p33"/>
          <p:cNvPicPr preferRelativeResize="0"/>
          <p:nvPr/>
        </p:nvPicPr>
        <p:blipFill>
          <a:blip r:embed="rId18">
            <a:alphaModFix/>
          </a:blip>
          <a:stretch>
            <a:fillRect/>
          </a:stretch>
        </p:blipFill>
        <p:spPr>
          <a:xfrm>
            <a:off x="4035938" y="2351653"/>
            <a:ext cx="704347" cy="270000"/>
          </a:xfrm>
          <a:prstGeom prst="rect">
            <a:avLst/>
          </a:prstGeom>
          <a:noFill/>
          <a:ln>
            <a:noFill/>
          </a:ln>
        </p:spPr>
      </p:pic>
      <p:pic>
        <p:nvPicPr>
          <p:cNvPr id="536" name="Google Shape;536;p33"/>
          <p:cNvPicPr preferRelativeResize="0"/>
          <p:nvPr/>
        </p:nvPicPr>
        <p:blipFill rotWithShape="1">
          <a:blip r:embed="rId21">
            <a:alphaModFix/>
          </a:blip>
          <a:srcRect b="11509" l="0" r="0" t="7611"/>
          <a:stretch/>
        </p:blipFill>
        <p:spPr>
          <a:xfrm>
            <a:off x="366535" y="1512175"/>
            <a:ext cx="397639" cy="321601"/>
          </a:xfrm>
          <a:prstGeom prst="rect">
            <a:avLst/>
          </a:prstGeom>
          <a:noFill/>
          <a:ln>
            <a:noFill/>
          </a:ln>
        </p:spPr>
      </p:pic>
      <p:pic>
        <p:nvPicPr>
          <p:cNvPr id="537" name="Google Shape;537;p33"/>
          <p:cNvPicPr preferRelativeResize="0"/>
          <p:nvPr/>
        </p:nvPicPr>
        <p:blipFill>
          <a:blip r:embed="rId23">
            <a:alphaModFix/>
          </a:blip>
          <a:stretch>
            <a:fillRect/>
          </a:stretch>
        </p:blipFill>
        <p:spPr>
          <a:xfrm>
            <a:off x="919450" y="1592187"/>
            <a:ext cx="704350" cy="176087"/>
          </a:xfrm>
          <a:prstGeom prst="rect">
            <a:avLst/>
          </a:prstGeom>
          <a:noFill/>
          <a:ln>
            <a:noFill/>
          </a:ln>
        </p:spPr>
      </p:pic>
      <p:pic>
        <p:nvPicPr>
          <p:cNvPr id="538" name="Google Shape;538;p33"/>
          <p:cNvPicPr preferRelativeResize="0"/>
          <p:nvPr/>
        </p:nvPicPr>
        <p:blipFill>
          <a:blip r:embed="rId24">
            <a:alphaModFix/>
          </a:blip>
          <a:stretch>
            <a:fillRect/>
          </a:stretch>
        </p:blipFill>
        <p:spPr>
          <a:xfrm>
            <a:off x="7799925" y="1305934"/>
            <a:ext cx="342000" cy="391604"/>
          </a:xfrm>
          <a:prstGeom prst="rect">
            <a:avLst/>
          </a:prstGeom>
          <a:noFill/>
          <a:ln>
            <a:noFill/>
          </a:ln>
        </p:spPr>
      </p:pic>
      <p:pic>
        <p:nvPicPr>
          <p:cNvPr id="539" name="Google Shape;539;p33"/>
          <p:cNvPicPr preferRelativeResize="0"/>
          <p:nvPr/>
        </p:nvPicPr>
        <p:blipFill>
          <a:blip r:embed="rId17">
            <a:alphaModFix/>
          </a:blip>
          <a:stretch>
            <a:fillRect/>
          </a:stretch>
        </p:blipFill>
        <p:spPr>
          <a:xfrm>
            <a:off x="1995450" y="2388500"/>
            <a:ext cx="666112" cy="185400"/>
          </a:xfrm>
          <a:prstGeom prst="rect">
            <a:avLst/>
          </a:prstGeom>
          <a:noFill/>
          <a:ln>
            <a:noFill/>
          </a:ln>
        </p:spPr>
      </p:pic>
      <p:pic>
        <p:nvPicPr>
          <p:cNvPr id="540" name="Google Shape;540;p33"/>
          <p:cNvPicPr preferRelativeResize="0"/>
          <p:nvPr/>
        </p:nvPicPr>
        <p:blipFill>
          <a:blip r:embed="rId27">
            <a:alphaModFix/>
          </a:blip>
          <a:stretch>
            <a:fillRect/>
          </a:stretch>
        </p:blipFill>
        <p:spPr>
          <a:xfrm>
            <a:off x="4394816" y="1337268"/>
            <a:ext cx="556725" cy="2022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4"/>
          <p:cNvSpPr txBox="1"/>
          <p:nvPr>
            <p:ph type="title"/>
          </p:nvPr>
        </p:nvSpPr>
        <p:spPr>
          <a:xfrm>
            <a:off x="311700" y="181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Blablacar</a:t>
            </a:r>
            <a:endParaRPr/>
          </a:p>
        </p:txBody>
      </p:sp>
      <p:sp>
        <p:nvSpPr>
          <p:cNvPr id="546" name="Google Shape;546;p34"/>
          <p:cNvSpPr txBox="1"/>
          <p:nvPr>
            <p:ph idx="1" type="body"/>
          </p:nvPr>
        </p:nvSpPr>
        <p:spPr>
          <a:xfrm>
            <a:off x="311700" y="1000750"/>
            <a:ext cx="8520600" cy="34164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At Blablacar, we have many data sources.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Among them, we can mention PostgreSQL, MariaDB, or Google Ads and Facebook for media ads.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use Kafka to create real-time data feeds from our data sources to our BigQuery Data platform.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have developed in-house tools to enrich our data through modelling and machine learning.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Tableau is our BI tool and we do reverse ETL with custom developments.</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We do not use a specific documentation tool. </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What is worth mentioning is that we use a data observability platform (MonteCarlo) which allows for data observability, alerting and lineage.</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Airflow is our orchestration tool.</a:t>
            </a:r>
            <a:endParaRPr sz="1100">
              <a:solidFill>
                <a:schemeClr val="dk1"/>
              </a:solidFill>
              <a:latin typeface="Arial"/>
              <a:ea typeface="Arial"/>
              <a:cs typeface="Arial"/>
              <a:sym typeface="Arial"/>
            </a:endParaRPr>
          </a:p>
          <a:p>
            <a:pPr indent="-298450" lvl="0" marL="457200" rtl="0" algn="just">
              <a:lnSpc>
                <a:spcPct val="150000"/>
              </a:lnSpc>
              <a:spcBef>
                <a:spcPts val="0"/>
              </a:spcBef>
              <a:spcAft>
                <a:spcPts val="0"/>
              </a:spcAft>
              <a:buClr>
                <a:srgbClr val="4D04C4"/>
              </a:buClr>
              <a:buSzPts val="1100"/>
              <a:buFont typeface="Arial"/>
              <a:buChar char="❝"/>
            </a:pPr>
            <a:r>
              <a:rPr lang="en-GB" sz="1100">
                <a:solidFill>
                  <a:schemeClr val="dk1"/>
                </a:solidFill>
                <a:latin typeface="Arial"/>
                <a:ea typeface="Arial"/>
                <a:cs typeface="Arial"/>
                <a:sym typeface="Arial"/>
              </a:rPr>
              <a:t>Our </a:t>
            </a:r>
            <a:r>
              <a:rPr b="1" lang="en-GB" sz="1100">
                <a:solidFill>
                  <a:schemeClr val="dk1"/>
                </a:solidFill>
                <a:latin typeface="Arial"/>
                <a:ea typeface="Arial"/>
                <a:cs typeface="Arial"/>
                <a:sym typeface="Arial"/>
              </a:rPr>
              <a:t>data team</a:t>
            </a:r>
            <a:r>
              <a:rPr lang="en-GB" sz="1100">
                <a:solidFill>
                  <a:schemeClr val="dk1"/>
                </a:solidFill>
                <a:latin typeface="Arial"/>
                <a:ea typeface="Arial"/>
                <a:cs typeface="Arial"/>
                <a:sym typeface="Arial"/>
              </a:rPr>
              <a:t> is organised in multiple squads.</a:t>
            </a:r>
            <a:br>
              <a:rPr lang="en-GB" sz="1100">
                <a:solidFill>
                  <a:schemeClr val="dk1"/>
                </a:solidFill>
                <a:latin typeface="Arial"/>
                <a:ea typeface="Arial"/>
                <a:cs typeface="Arial"/>
                <a:sym typeface="Arial"/>
              </a:rPr>
            </a:br>
            <a:r>
              <a:rPr lang="en-GB" sz="1100">
                <a:solidFill>
                  <a:schemeClr val="dk1"/>
                </a:solidFill>
                <a:latin typeface="Arial"/>
                <a:ea typeface="Arial"/>
                <a:cs typeface="Arial"/>
                <a:sym typeface="Arial"/>
              </a:rPr>
              <a:t>We have 4 people working in Data Ops supporting the different squads.</a:t>
            </a:r>
            <a:br>
              <a:rPr lang="en-GB" sz="1100">
                <a:solidFill>
                  <a:schemeClr val="dk1"/>
                </a:solidFill>
                <a:latin typeface="Arial"/>
                <a:ea typeface="Arial"/>
                <a:cs typeface="Arial"/>
                <a:sym typeface="Arial"/>
              </a:rPr>
            </a:br>
            <a:r>
              <a:rPr lang="en-GB" sz="1100">
                <a:solidFill>
                  <a:schemeClr val="dk1"/>
                </a:solidFill>
                <a:latin typeface="Arial"/>
                <a:ea typeface="Arial"/>
                <a:cs typeface="Arial"/>
                <a:sym typeface="Arial"/>
              </a:rPr>
              <a:t>Each squad has its own Data Ops, a Data Engineer, usually 2 Data Scientists, and 2 Data Analysts.</a:t>
            </a:r>
            <a:endParaRPr sz="1100">
              <a:solidFill>
                <a:schemeClr val="dk1"/>
              </a:solidFill>
              <a:latin typeface="Arial"/>
              <a:ea typeface="Arial"/>
              <a:cs typeface="Arial"/>
              <a:sym typeface="Arial"/>
            </a:endParaRPr>
          </a:p>
        </p:txBody>
      </p:sp>
      <p:pic>
        <p:nvPicPr>
          <p:cNvPr id="547" name="Google Shape;547;p34"/>
          <p:cNvPicPr preferRelativeResize="0"/>
          <p:nvPr/>
        </p:nvPicPr>
        <p:blipFill>
          <a:blip r:embed="rId3">
            <a:alphaModFix/>
          </a:blip>
          <a:stretch>
            <a:fillRect/>
          </a:stretch>
        </p:blipFill>
        <p:spPr>
          <a:xfrm>
            <a:off x="6468571" y="48250"/>
            <a:ext cx="2363725" cy="840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5"/>
          <p:cNvSpPr/>
          <p:nvPr/>
        </p:nvSpPr>
        <p:spPr>
          <a:xfrm>
            <a:off x="3260475" y="1284621"/>
            <a:ext cx="2444100" cy="1165500"/>
          </a:xfrm>
          <a:prstGeom prst="round2SameRect">
            <a:avLst>
              <a:gd fmla="val 3116" name="adj1"/>
              <a:gd fmla="val 0" name="adj2"/>
            </a:avLst>
          </a:prstGeom>
          <a:no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5"/>
          <p:cNvSpPr/>
          <p:nvPr/>
        </p:nvSpPr>
        <p:spPr>
          <a:xfrm>
            <a:off x="297700" y="1321921"/>
            <a:ext cx="1414200" cy="1119600"/>
          </a:xfrm>
          <a:prstGeom prst="round2SameRect">
            <a:avLst>
              <a:gd fmla="val 3116" name="adj1"/>
              <a:gd fmla="val 0" name="adj2"/>
            </a:avLst>
          </a:prstGeom>
          <a:no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5"/>
          <p:cNvSpPr/>
          <p:nvPr/>
        </p:nvSpPr>
        <p:spPr>
          <a:xfrm>
            <a:off x="297675" y="1312237"/>
            <a:ext cx="1414200" cy="252000"/>
          </a:xfrm>
          <a:prstGeom prst="round2SameRect">
            <a:avLst>
              <a:gd fmla="val 16667" name="adj1"/>
              <a:gd fmla="val 0" name="adj2"/>
            </a:avLst>
          </a:prstGeom>
          <a:solidFill>
            <a:srgbClr val="4D04C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Data sources</a:t>
            </a:r>
            <a:endParaRPr sz="1200">
              <a:solidFill>
                <a:schemeClr val="lt1"/>
              </a:solidFill>
              <a:latin typeface="Inter"/>
              <a:ea typeface="Inter"/>
              <a:cs typeface="Inter"/>
              <a:sym typeface="Inter"/>
            </a:endParaRPr>
          </a:p>
        </p:txBody>
      </p:sp>
      <p:sp>
        <p:nvSpPr>
          <p:cNvPr id="555" name="Google Shape;555;p35"/>
          <p:cNvSpPr/>
          <p:nvPr/>
        </p:nvSpPr>
        <p:spPr>
          <a:xfrm>
            <a:off x="366521" y="1346921"/>
            <a:ext cx="198000" cy="197400"/>
          </a:xfrm>
          <a:prstGeom prst="roundRect">
            <a:avLst>
              <a:gd fmla="val 16667" name="adj"/>
            </a:avLst>
          </a:prstGeom>
          <a:solidFill>
            <a:schemeClr val="lt1"/>
          </a:solidFill>
          <a:ln cap="flat" cmpd="sng" w="952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6" name="Google Shape;556;p35"/>
          <p:cNvPicPr preferRelativeResize="0"/>
          <p:nvPr/>
        </p:nvPicPr>
        <p:blipFill>
          <a:blip r:embed="rId3">
            <a:alphaModFix/>
          </a:blip>
          <a:stretch>
            <a:fillRect/>
          </a:stretch>
        </p:blipFill>
        <p:spPr>
          <a:xfrm>
            <a:off x="371670" y="1346436"/>
            <a:ext cx="182769" cy="182321"/>
          </a:xfrm>
          <a:prstGeom prst="rect">
            <a:avLst/>
          </a:prstGeom>
          <a:noFill/>
          <a:ln>
            <a:noFill/>
          </a:ln>
          <a:effectLst>
            <a:outerShdw blurRad="57150" rotWithShape="0" algn="bl" dir="5400000" dist="19050">
              <a:srgbClr val="000000">
                <a:alpha val="50000"/>
              </a:srgbClr>
            </a:outerShdw>
          </a:effectLst>
        </p:spPr>
      </p:pic>
      <p:sp>
        <p:nvSpPr>
          <p:cNvPr id="557" name="Google Shape;557;p35"/>
          <p:cNvSpPr/>
          <p:nvPr/>
        </p:nvSpPr>
        <p:spPr>
          <a:xfrm>
            <a:off x="1779075" y="1932224"/>
            <a:ext cx="1414200" cy="252000"/>
          </a:xfrm>
          <a:prstGeom prst="homePlate">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8" name="Google Shape;558;p35"/>
          <p:cNvCxnSpPr/>
          <p:nvPr/>
        </p:nvCxnSpPr>
        <p:spPr>
          <a:xfrm rot="10800000">
            <a:off x="2423175" y="2031824"/>
            <a:ext cx="3300" cy="224700"/>
          </a:xfrm>
          <a:prstGeom prst="straightConnector1">
            <a:avLst/>
          </a:prstGeom>
          <a:noFill/>
          <a:ln cap="flat" cmpd="sng" w="28575">
            <a:solidFill>
              <a:srgbClr val="FF0000"/>
            </a:solidFill>
            <a:prstDash val="solid"/>
            <a:round/>
            <a:headEnd len="med" w="med" type="none"/>
            <a:tailEnd len="med" w="med" type="none"/>
          </a:ln>
        </p:spPr>
      </p:cxnSp>
      <p:sp>
        <p:nvSpPr>
          <p:cNvPr id="559" name="Google Shape;559;p35"/>
          <p:cNvSpPr/>
          <p:nvPr/>
        </p:nvSpPr>
        <p:spPr>
          <a:xfrm>
            <a:off x="5817068" y="2108862"/>
            <a:ext cx="1414200" cy="2520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0" name="Google Shape;560;p35"/>
          <p:cNvCxnSpPr>
            <a:stCxn id="561" idx="0"/>
            <a:endCxn id="559" idx="2"/>
          </p:cNvCxnSpPr>
          <p:nvPr/>
        </p:nvCxnSpPr>
        <p:spPr>
          <a:xfrm rot="10800000">
            <a:off x="6461020" y="2360962"/>
            <a:ext cx="1800" cy="185400"/>
          </a:xfrm>
          <a:prstGeom prst="straightConnector1">
            <a:avLst/>
          </a:prstGeom>
          <a:noFill/>
          <a:ln cap="flat" cmpd="sng" w="28575">
            <a:solidFill>
              <a:schemeClr val="accent4"/>
            </a:solidFill>
            <a:prstDash val="solid"/>
            <a:round/>
            <a:headEnd len="med" w="med" type="none"/>
            <a:tailEnd len="med" w="med" type="none"/>
          </a:ln>
        </p:spPr>
      </p:cxnSp>
      <p:sp>
        <p:nvSpPr>
          <p:cNvPr id="561" name="Google Shape;561;p35"/>
          <p:cNvSpPr/>
          <p:nvPr/>
        </p:nvSpPr>
        <p:spPr>
          <a:xfrm>
            <a:off x="5905870" y="2546362"/>
            <a:ext cx="1113900" cy="25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chemeClr val="accent4"/>
                </a:solidFill>
                <a:latin typeface="Inter SemiBold"/>
                <a:ea typeface="Inter SemiBold"/>
                <a:cs typeface="Inter SemiBold"/>
                <a:sym typeface="Inter SemiBold"/>
              </a:rPr>
              <a:t>         Analyse</a:t>
            </a:r>
            <a:endParaRPr i="1" sz="1000">
              <a:solidFill>
                <a:schemeClr val="accent4"/>
              </a:solidFill>
              <a:latin typeface="Inter SemiBold"/>
              <a:ea typeface="Inter SemiBold"/>
              <a:cs typeface="Inter SemiBold"/>
              <a:sym typeface="Inter SemiBold"/>
            </a:endParaRPr>
          </a:p>
        </p:txBody>
      </p:sp>
      <p:sp>
        <p:nvSpPr>
          <p:cNvPr id="562" name="Google Shape;562;p35"/>
          <p:cNvSpPr/>
          <p:nvPr/>
        </p:nvSpPr>
        <p:spPr>
          <a:xfrm>
            <a:off x="5904520" y="2545989"/>
            <a:ext cx="270000" cy="2520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5"/>
          <p:cNvSpPr/>
          <p:nvPr/>
        </p:nvSpPr>
        <p:spPr>
          <a:xfrm>
            <a:off x="5817068" y="1804062"/>
            <a:ext cx="1414200" cy="252000"/>
          </a:xfrm>
          <a:prstGeom prst="homePlate">
            <a:avLst>
              <a:gd fmla="val 50000"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4" name="Google Shape;564;p35"/>
          <p:cNvCxnSpPr/>
          <p:nvPr/>
        </p:nvCxnSpPr>
        <p:spPr>
          <a:xfrm flipH="1" rot="10800000">
            <a:off x="6461168" y="1706862"/>
            <a:ext cx="3300" cy="97200"/>
          </a:xfrm>
          <a:prstGeom prst="straightConnector1">
            <a:avLst/>
          </a:prstGeom>
          <a:noFill/>
          <a:ln cap="flat" cmpd="sng" w="28575">
            <a:solidFill>
              <a:srgbClr val="E7C60E"/>
            </a:solidFill>
            <a:prstDash val="solid"/>
            <a:round/>
            <a:headEnd len="med" w="med" type="none"/>
            <a:tailEnd len="med" w="med" type="none"/>
          </a:ln>
        </p:spPr>
      </p:cxnSp>
      <p:sp>
        <p:nvSpPr>
          <p:cNvPr id="565" name="Google Shape;565;p35"/>
          <p:cNvSpPr/>
          <p:nvPr/>
        </p:nvSpPr>
        <p:spPr>
          <a:xfrm>
            <a:off x="749600" y="3059596"/>
            <a:ext cx="6963300" cy="288600"/>
          </a:xfrm>
          <a:prstGeom prst="leftRightArrow">
            <a:avLst>
              <a:gd fmla="val 76182"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Orchestrate</a:t>
            </a:r>
            <a:endParaRPr sz="1200">
              <a:solidFill>
                <a:schemeClr val="lt1"/>
              </a:solidFill>
              <a:latin typeface="Inter"/>
              <a:ea typeface="Inter"/>
              <a:cs typeface="Inter"/>
              <a:sym typeface="Inter"/>
            </a:endParaRPr>
          </a:p>
        </p:txBody>
      </p:sp>
      <p:sp>
        <p:nvSpPr>
          <p:cNvPr id="566" name="Google Shape;566;p35"/>
          <p:cNvSpPr/>
          <p:nvPr/>
        </p:nvSpPr>
        <p:spPr>
          <a:xfrm flipH="1">
            <a:off x="2520050" y="3351675"/>
            <a:ext cx="3422400" cy="224700"/>
          </a:xfrm>
          <a:prstGeom prst="snip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Inter"/>
                <a:ea typeface="Inter"/>
                <a:cs typeface="Inter"/>
                <a:sym typeface="Inter"/>
              </a:rPr>
              <a:t>         Data observability</a:t>
            </a:r>
            <a:endParaRPr sz="1200">
              <a:solidFill>
                <a:schemeClr val="lt1"/>
              </a:solidFill>
              <a:latin typeface="Inter"/>
              <a:ea typeface="Inter"/>
              <a:cs typeface="Inter"/>
              <a:sym typeface="Inter"/>
            </a:endParaRPr>
          </a:p>
        </p:txBody>
      </p:sp>
      <p:pic>
        <p:nvPicPr>
          <p:cNvPr id="567" name="Google Shape;567;p35"/>
          <p:cNvPicPr preferRelativeResize="0"/>
          <p:nvPr/>
        </p:nvPicPr>
        <p:blipFill>
          <a:blip r:embed="rId4">
            <a:alphaModFix/>
          </a:blip>
          <a:stretch>
            <a:fillRect/>
          </a:stretch>
        </p:blipFill>
        <p:spPr>
          <a:xfrm>
            <a:off x="5959821" y="2594014"/>
            <a:ext cx="158150" cy="158150"/>
          </a:xfrm>
          <a:prstGeom prst="rect">
            <a:avLst/>
          </a:prstGeom>
          <a:noFill/>
          <a:ln>
            <a:noFill/>
          </a:ln>
        </p:spPr>
      </p:pic>
      <p:sp>
        <p:nvSpPr>
          <p:cNvPr id="568" name="Google Shape;568;p35"/>
          <p:cNvSpPr/>
          <p:nvPr/>
        </p:nvSpPr>
        <p:spPr>
          <a:xfrm>
            <a:off x="5871650" y="1464643"/>
            <a:ext cx="1113900" cy="252000"/>
          </a:xfrm>
          <a:prstGeom prst="roundRect">
            <a:avLst>
              <a:gd fmla="val 16667" name="adj"/>
            </a:avLst>
          </a:prstGeom>
          <a:noFill/>
          <a:ln cap="flat" cmpd="sng" w="19050">
            <a:solidFill>
              <a:srgbClr val="E7C60E"/>
            </a:solidFill>
            <a:prstDash val="solid"/>
            <a:round/>
            <a:headEnd len="sm" w="sm" type="none"/>
            <a:tailEnd len="sm" w="sm" type="none"/>
          </a:ln>
        </p:spPr>
        <p:txBody>
          <a:bodyPr anchorCtr="0" anchor="ctr" bIns="91425" lIns="91425" spcFirstLastPara="1" rIns="36000" wrap="square" tIns="91425">
            <a:noAutofit/>
          </a:bodyPr>
          <a:lstStyle/>
          <a:p>
            <a:pPr indent="0" lvl="0" marL="0" rtl="0" algn="l">
              <a:spcBef>
                <a:spcPts val="0"/>
              </a:spcBef>
              <a:spcAft>
                <a:spcPts val="0"/>
              </a:spcAft>
              <a:buNone/>
            </a:pPr>
            <a:r>
              <a:rPr i="1" lang="en-GB" sz="1000">
                <a:solidFill>
                  <a:srgbClr val="F1C232"/>
                </a:solidFill>
                <a:latin typeface="Inter SemiBold"/>
                <a:ea typeface="Inter SemiBold"/>
                <a:cs typeface="Inter SemiBold"/>
                <a:sym typeface="Inter SemiBold"/>
              </a:rPr>
              <a:t>          Activate</a:t>
            </a:r>
            <a:endParaRPr i="1" sz="1000">
              <a:solidFill>
                <a:srgbClr val="F1C232"/>
              </a:solidFill>
              <a:latin typeface="Inter SemiBold"/>
              <a:ea typeface="Inter SemiBold"/>
              <a:cs typeface="Inter SemiBold"/>
              <a:sym typeface="Inter SemiBold"/>
            </a:endParaRPr>
          </a:p>
        </p:txBody>
      </p:sp>
      <p:sp>
        <p:nvSpPr>
          <p:cNvPr id="569" name="Google Shape;569;p35"/>
          <p:cNvSpPr/>
          <p:nvPr/>
        </p:nvSpPr>
        <p:spPr>
          <a:xfrm>
            <a:off x="5858625" y="1455121"/>
            <a:ext cx="288600" cy="270000"/>
          </a:xfrm>
          <a:prstGeom prst="roundRect">
            <a:avLst>
              <a:gd fmla="val 16667" name="adj"/>
            </a:avLst>
          </a:prstGeom>
          <a:solidFill>
            <a:srgbClr val="E7C6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0" name="Google Shape;570;p35"/>
          <p:cNvPicPr preferRelativeResize="0"/>
          <p:nvPr/>
        </p:nvPicPr>
        <p:blipFill>
          <a:blip r:embed="rId5">
            <a:alphaModFix/>
          </a:blip>
          <a:stretch>
            <a:fillRect/>
          </a:stretch>
        </p:blipFill>
        <p:spPr>
          <a:xfrm>
            <a:off x="5880456" y="1493343"/>
            <a:ext cx="204864" cy="178931"/>
          </a:xfrm>
          <a:prstGeom prst="rect">
            <a:avLst/>
          </a:prstGeom>
          <a:noFill/>
          <a:ln>
            <a:noFill/>
          </a:ln>
        </p:spPr>
      </p:pic>
      <p:sp>
        <p:nvSpPr>
          <p:cNvPr id="571" name="Google Shape;571;p35"/>
          <p:cNvSpPr/>
          <p:nvPr/>
        </p:nvSpPr>
        <p:spPr>
          <a:xfrm>
            <a:off x="3401200" y="1932225"/>
            <a:ext cx="2248200" cy="252000"/>
          </a:xfrm>
          <a:prstGeom prst="homePlate">
            <a:avLst>
              <a:gd fmla="val 50000"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 name="Google Shape;572;p35"/>
          <p:cNvCxnSpPr/>
          <p:nvPr/>
        </p:nvCxnSpPr>
        <p:spPr>
          <a:xfrm rot="10800000">
            <a:off x="4368502" y="2046637"/>
            <a:ext cx="3300" cy="224700"/>
          </a:xfrm>
          <a:prstGeom prst="straightConnector1">
            <a:avLst/>
          </a:prstGeom>
          <a:noFill/>
          <a:ln cap="flat" cmpd="sng" w="28575">
            <a:solidFill>
              <a:srgbClr val="4A86E8"/>
            </a:solidFill>
            <a:prstDash val="solid"/>
            <a:round/>
            <a:headEnd len="med" w="med" type="none"/>
            <a:tailEnd len="med" w="med" type="none"/>
          </a:ln>
        </p:spPr>
      </p:cxnSp>
      <p:sp>
        <p:nvSpPr>
          <p:cNvPr id="573" name="Google Shape;573;p35"/>
          <p:cNvSpPr/>
          <p:nvPr/>
        </p:nvSpPr>
        <p:spPr>
          <a:xfrm>
            <a:off x="3813200" y="2271325"/>
            <a:ext cx="1113900" cy="756000"/>
          </a:xfrm>
          <a:prstGeom prst="roundRect">
            <a:avLst>
              <a:gd fmla="val 7231"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574" name="Google Shape;574;p35"/>
          <p:cNvSpPr/>
          <p:nvPr/>
        </p:nvSpPr>
        <p:spPr>
          <a:xfrm>
            <a:off x="3814852" y="2271337"/>
            <a:ext cx="1113900" cy="252000"/>
          </a:xfrm>
          <a:prstGeom prst="roundRect">
            <a:avLst>
              <a:gd fmla="val 16667" name="adj"/>
            </a:avLst>
          </a:prstGeom>
          <a:solidFill>
            <a:schemeClr val="lt1"/>
          </a:solidFill>
          <a:ln cap="flat" cmpd="sng" w="19050">
            <a:solidFill>
              <a:srgbClr val="4A86E8"/>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a:t>
            </a:r>
            <a:r>
              <a:rPr i="1" lang="en-GB" sz="1000">
                <a:solidFill>
                  <a:srgbClr val="4A86E8"/>
                </a:solidFill>
                <a:latin typeface="Inter SemiBold"/>
                <a:ea typeface="Inter SemiBold"/>
                <a:cs typeface="Inter SemiBold"/>
                <a:sym typeface="Inter SemiBold"/>
              </a:rPr>
              <a:t>Transform</a:t>
            </a:r>
            <a:endParaRPr i="1" sz="1000">
              <a:solidFill>
                <a:srgbClr val="4A86E8"/>
              </a:solidFill>
              <a:latin typeface="Inter SemiBold"/>
              <a:ea typeface="Inter SemiBold"/>
              <a:cs typeface="Inter SemiBold"/>
              <a:sym typeface="Inter SemiBold"/>
            </a:endParaRPr>
          </a:p>
        </p:txBody>
      </p:sp>
      <p:sp>
        <p:nvSpPr>
          <p:cNvPr id="575" name="Google Shape;575;p35"/>
          <p:cNvSpPr/>
          <p:nvPr/>
        </p:nvSpPr>
        <p:spPr>
          <a:xfrm>
            <a:off x="3801825" y="2271496"/>
            <a:ext cx="299100" cy="252000"/>
          </a:xfrm>
          <a:prstGeom prst="roundRect">
            <a:avLst>
              <a:gd fmla="val 16667" name="adj"/>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6" name="Google Shape;576;p35"/>
          <p:cNvPicPr preferRelativeResize="0"/>
          <p:nvPr/>
        </p:nvPicPr>
        <p:blipFill rotWithShape="1">
          <a:blip r:embed="rId6">
            <a:alphaModFix/>
          </a:blip>
          <a:srcRect b="8975" l="13504" r="12174" t="11108"/>
          <a:stretch/>
        </p:blipFill>
        <p:spPr>
          <a:xfrm>
            <a:off x="3871008" y="2324295"/>
            <a:ext cx="158150" cy="170071"/>
          </a:xfrm>
          <a:prstGeom prst="rect">
            <a:avLst/>
          </a:prstGeom>
          <a:noFill/>
          <a:ln>
            <a:noFill/>
          </a:ln>
        </p:spPr>
      </p:pic>
      <p:sp>
        <p:nvSpPr>
          <p:cNvPr id="577" name="Google Shape;577;p35"/>
          <p:cNvSpPr/>
          <p:nvPr/>
        </p:nvSpPr>
        <p:spPr>
          <a:xfrm>
            <a:off x="7375275" y="2118546"/>
            <a:ext cx="1414200" cy="756000"/>
          </a:xfrm>
          <a:prstGeom prst="round2SameRect">
            <a:avLst>
              <a:gd fmla="val 5563" name="adj1"/>
              <a:gd fmla="val 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5"/>
          <p:cNvSpPr/>
          <p:nvPr/>
        </p:nvSpPr>
        <p:spPr>
          <a:xfrm>
            <a:off x="7375250" y="2108862"/>
            <a:ext cx="1414200" cy="270000"/>
          </a:xfrm>
          <a:prstGeom prst="round2Same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BI</a:t>
            </a:r>
            <a:endParaRPr sz="1100">
              <a:solidFill>
                <a:schemeClr val="lt1"/>
              </a:solidFill>
              <a:latin typeface="Inter"/>
              <a:ea typeface="Inter"/>
              <a:cs typeface="Inter"/>
              <a:sym typeface="Inter"/>
            </a:endParaRPr>
          </a:p>
        </p:txBody>
      </p:sp>
      <p:sp>
        <p:nvSpPr>
          <p:cNvPr id="579" name="Google Shape;579;p35"/>
          <p:cNvSpPr/>
          <p:nvPr/>
        </p:nvSpPr>
        <p:spPr>
          <a:xfrm>
            <a:off x="7543740" y="2151324"/>
            <a:ext cx="209100" cy="1854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580" name="Google Shape;580;p35"/>
          <p:cNvPicPr preferRelativeResize="0"/>
          <p:nvPr/>
        </p:nvPicPr>
        <p:blipFill>
          <a:blip r:embed="rId7">
            <a:alphaModFix/>
          </a:blip>
          <a:stretch>
            <a:fillRect/>
          </a:stretch>
        </p:blipFill>
        <p:spPr>
          <a:xfrm>
            <a:off x="7543733" y="2179440"/>
            <a:ext cx="203365" cy="134433"/>
          </a:xfrm>
          <a:prstGeom prst="rect">
            <a:avLst/>
          </a:prstGeom>
          <a:noFill/>
          <a:ln>
            <a:noFill/>
          </a:ln>
        </p:spPr>
      </p:pic>
      <p:sp>
        <p:nvSpPr>
          <p:cNvPr id="581" name="Google Shape;581;p35"/>
          <p:cNvSpPr/>
          <p:nvPr/>
        </p:nvSpPr>
        <p:spPr>
          <a:xfrm>
            <a:off x="7375275" y="1383296"/>
            <a:ext cx="1414200" cy="663600"/>
          </a:xfrm>
          <a:prstGeom prst="round2SameRect">
            <a:avLst>
              <a:gd fmla="val 5563" name="adj1"/>
              <a:gd fmla="val 0" name="adj2"/>
            </a:avLst>
          </a:prstGeom>
          <a:noFill/>
          <a:ln cap="flat" cmpd="sng" w="9525">
            <a:solidFill>
              <a:srgbClr val="E7C6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5"/>
          <p:cNvSpPr/>
          <p:nvPr/>
        </p:nvSpPr>
        <p:spPr>
          <a:xfrm>
            <a:off x="7375275" y="1383293"/>
            <a:ext cx="1414200" cy="270000"/>
          </a:xfrm>
          <a:prstGeom prst="round2SameRect">
            <a:avLst>
              <a:gd fmla="val 16667" name="adj1"/>
              <a:gd fmla="val 0" name="adj2"/>
            </a:avLst>
          </a:prstGeom>
          <a:solidFill>
            <a:srgbClr val="E7C60E"/>
          </a:solidFill>
          <a:ln>
            <a:noFill/>
          </a:ln>
        </p:spPr>
        <p:txBody>
          <a:bodyPr anchorCtr="0" anchor="ctr" bIns="91425" lIns="91425" spcFirstLastPara="1" rIns="0" wrap="square" tIns="91425">
            <a:noAutofit/>
          </a:bodyPr>
          <a:lstStyle/>
          <a:p>
            <a:pPr indent="0" lvl="0" marL="0" rtl="0" algn="l">
              <a:spcBef>
                <a:spcPts val="0"/>
              </a:spcBef>
              <a:spcAft>
                <a:spcPts val="0"/>
              </a:spcAft>
              <a:buNone/>
            </a:pPr>
            <a:r>
              <a:rPr lang="en-GB" sz="1100">
                <a:solidFill>
                  <a:schemeClr val="lt1"/>
                </a:solidFill>
                <a:latin typeface="Inter"/>
                <a:ea typeface="Inter"/>
                <a:cs typeface="Inter"/>
                <a:sym typeface="Inter"/>
              </a:rPr>
              <a:t>        Reverse ELT</a:t>
            </a:r>
            <a:endParaRPr sz="1100">
              <a:solidFill>
                <a:schemeClr val="lt1"/>
              </a:solidFill>
              <a:latin typeface="Inter"/>
              <a:ea typeface="Inter"/>
              <a:cs typeface="Inter"/>
              <a:sym typeface="Inter"/>
            </a:endParaRPr>
          </a:p>
        </p:txBody>
      </p:sp>
      <p:sp>
        <p:nvSpPr>
          <p:cNvPr id="583" name="Google Shape;583;p35"/>
          <p:cNvSpPr/>
          <p:nvPr/>
        </p:nvSpPr>
        <p:spPr>
          <a:xfrm>
            <a:off x="7531639" y="1396585"/>
            <a:ext cx="209100" cy="2463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pic>
        <p:nvPicPr>
          <p:cNvPr id="584" name="Google Shape;584;p35"/>
          <p:cNvPicPr preferRelativeResize="0"/>
          <p:nvPr/>
        </p:nvPicPr>
        <p:blipFill>
          <a:blip r:embed="rId8">
            <a:alphaModFix/>
          </a:blip>
          <a:stretch>
            <a:fillRect/>
          </a:stretch>
        </p:blipFill>
        <p:spPr>
          <a:xfrm>
            <a:off x="7535245" y="1404028"/>
            <a:ext cx="197445" cy="233334"/>
          </a:xfrm>
          <a:prstGeom prst="rect">
            <a:avLst/>
          </a:prstGeom>
          <a:noFill/>
          <a:ln cap="flat" cmpd="sng" w="9525">
            <a:solidFill>
              <a:srgbClr val="E7C60E"/>
            </a:solidFill>
            <a:prstDash val="solid"/>
            <a:round/>
            <a:headEnd len="sm" w="sm" type="none"/>
            <a:tailEnd len="sm" w="sm" type="none"/>
          </a:ln>
        </p:spPr>
      </p:pic>
      <p:sp>
        <p:nvSpPr>
          <p:cNvPr id="585" name="Google Shape;585;p35"/>
          <p:cNvSpPr/>
          <p:nvPr/>
        </p:nvSpPr>
        <p:spPr>
          <a:xfrm>
            <a:off x="3260450" y="1284171"/>
            <a:ext cx="2444100" cy="270000"/>
          </a:xfrm>
          <a:prstGeom prst="round2SameRect">
            <a:avLst>
              <a:gd fmla="val 16667" name="adj1"/>
              <a:gd fmla="val 0" name="adj2"/>
            </a:avLst>
          </a:prstGeom>
          <a:solidFill>
            <a:srgbClr val="00E9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lt1"/>
                </a:solidFill>
                <a:latin typeface="Inter"/>
                <a:ea typeface="Inter"/>
                <a:cs typeface="Inter"/>
                <a:sym typeface="Inter"/>
              </a:rPr>
              <a:t>        Data platform</a:t>
            </a:r>
            <a:endParaRPr i="1" sz="1100">
              <a:solidFill>
                <a:schemeClr val="lt1"/>
              </a:solidFill>
              <a:latin typeface="Inter"/>
              <a:ea typeface="Inter"/>
              <a:cs typeface="Inter"/>
              <a:sym typeface="Inter"/>
            </a:endParaRPr>
          </a:p>
        </p:txBody>
      </p:sp>
      <p:sp>
        <p:nvSpPr>
          <p:cNvPr id="586" name="Google Shape;586;p35"/>
          <p:cNvSpPr/>
          <p:nvPr/>
        </p:nvSpPr>
        <p:spPr>
          <a:xfrm>
            <a:off x="3392575" y="1310589"/>
            <a:ext cx="246300" cy="222600"/>
          </a:xfrm>
          <a:prstGeom prst="roundRect">
            <a:avLst>
              <a:gd fmla="val 16667" name="adj"/>
            </a:avLst>
          </a:prstGeom>
          <a:solidFill>
            <a:schemeClr val="lt1"/>
          </a:solidFill>
          <a:ln cap="flat" cmpd="sng" w="9525">
            <a:solidFill>
              <a:srgbClr val="00E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7" name="Google Shape;587;p35"/>
          <p:cNvPicPr preferRelativeResize="0"/>
          <p:nvPr/>
        </p:nvPicPr>
        <p:blipFill>
          <a:blip r:embed="rId9">
            <a:alphaModFix/>
          </a:blip>
          <a:stretch>
            <a:fillRect/>
          </a:stretch>
        </p:blipFill>
        <p:spPr>
          <a:xfrm>
            <a:off x="3401195" y="1308474"/>
            <a:ext cx="232521" cy="210757"/>
          </a:xfrm>
          <a:prstGeom prst="rect">
            <a:avLst/>
          </a:prstGeom>
          <a:noFill/>
          <a:ln>
            <a:noFill/>
          </a:ln>
        </p:spPr>
      </p:pic>
      <p:sp>
        <p:nvSpPr>
          <p:cNvPr id="588" name="Google Shape;588;p35"/>
          <p:cNvSpPr/>
          <p:nvPr/>
        </p:nvSpPr>
        <p:spPr>
          <a:xfrm>
            <a:off x="1832000" y="2271325"/>
            <a:ext cx="1113900" cy="756000"/>
          </a:xfrm>
          <a:prstGeom prst="roundRect">
            <a:avLst>
              <a:gd fmla="val 7231"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i="1" sz="1200">
              <a:solidFill>
                <a:srgbClr val="FF0000"/>
              </a:solidFill>
              <a:latin typeface="Inter SemiBold"/>
              <a:ea typeface="Inter SemiBold"/>
              <a:cs typeface="Inter SemiBold"/>
              <a:sym typeface="Inter SemiBold"/>
            </a:endParaRPr>
          </a:p>
        </p:txBody>
      </p:sp>
      <p:sp>
        <p:nvSpPr>
          <p:cNvPr id="589" name="Google Shape;589;p35"/>
          <p:cNvSpPr/>
          <p:nvPr/>
        </p:nvSpPr>
        <p:spPr>
          <a:xfrm>
            <a:off x="1833652" y="2271337"/>
            <a:ext cx="1113900" cy="2520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0000" wrap="square" tIns="91425">
            <a:noAutofit/>
          </a:bodyPr>
          <a:lstStyle/>
          <a:p>
            <a:pPr indent="0" lvl="0" marL="0" rtl="0" algn="ctr">
              <a:spcBef>
                <a:spcPts val="0"/>
              </a:spcBef>
              <a:spcAft>
                <a:spcPts val="0"/>
              </a:spcAft>
              <a:buNone/>
            </a:pPr>
            <a:r>
              <a:rPr i="1" lang="en-GB" sz="1000">
                <a:solidFill>
                  <a:srgbClr val="FF0000"/>
                </a:solidFill>
                <a:latin typeface="Inter SemiBold"/>
                <a:ea typeface="Inter SemiBold"/>
                <a:cs typeface="Inter SemiBold"/>
                <a:sym typeface="Inter SemiBold"/>
              </a:rPr>
              <a:t>    E&amp;L</a:t>
            </a:r>
            <a:endParaRPr i="1" sz="1000">
              <a:solidFill>
                <a:srgbClr val="FF0000"/>
              </a:solidFill>
              <a:latin typeface="Inter SemiBold"/>
              <a:ea typeface="Inter SemiBold"/>
              <a:cs typeface="Inter SemiBold"/>
              <a:sym typeface="Inter SemiBold"/>
            </a:endParaRPr>
          </a:p>
        </p:txBody>
      </p:sp>
      <p:sp>
        <p:nvSpPr>
          <p:cNvPr id="590" name="Google Shape;590;p35"/>
          <p:cNvSpPr/>
          <p:nvPr/>
        </p:nvSpPr>
        <p:spPr>
          <a:xfrm>
            <a:off x="1820625" y="2271487"/>
            <a:ext cx="342000" cy="252000"/>
          </a:xfrm>
          <a:prstGeom prst="roundRect">
            <a:avLst>
              <a:gd fmla="val 16667"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1" name="Google Shape;591;p35"/>
          <p:cNvPicPr preferRelativeResize="0"/>
          <p:nvPr/>
        </p:nvPicPr>
        <p:blipFill rotWithShape="1">
          <a:blip r:embed="rId10">
            <a:alphaModFix/>
          </a:blip>
          <a:srcRect b="0" l="0" r="0" t="11731"/>
          <a:stretch/>
        </p:blipFill>
        <p:spPr>
          <a:xfrm rot="-5400000">
            <a:off x="1888477" y="2301373"/>
            <a:ext cx="224400" cy="197725"/>
          </a:xfrm>
          <a:prstGeom prst="rect">
            <a:avLst/>
          </a:prstGeom>
          <a:noFill/>
          <a:ln>
            <a:noFill/>
          </a:ln>
        </p:spPr>
      </p:pic>
      <p:cxnSp>
        <p:nvCxnSpPr>
          <p:cNvPr id="592" name="Google Shape;592;p35"/>
          <p:cNvCxnSpPr/>
          <p:nvPr/>
        </p:nvCxnSpPr>
        <p:spPr>
          <a:xfrm flipH="1" rot="10800000">
            <a:off x="205450" y="3708029"/>
            <a:ext cx="8435100" cy="6000"/>
          </a:xfrm>
          <a:prstGeom prst="straightConnector1">
            <a:avLst/>
          </a:prstGeom>
          <a:noFill/>
          <a:ln cap="flat" cmpd="sng" w="9525">
            <a:solidFill>
              <a:srgbClr val="4D04C4"/>
            </a:solidFill>
            <a:prstDash val="dash"/>
            <a:round/>
            <a:headEnd len="med" w="med" type="none"/>
            <a:tailEnd len="med" w="med" type="none"/>
          </a:ln>
        </p:spPr>
      </p:cxnSp>
      <p:sp>
        <p:nvSpPr>
          <p:cNvPr id="593" name="Google Shape;593;p35"/>
          <p:cNvSpPr/>
          <p:nvPr/>
        </p:nvSpPr>
        <p:spPr>
          <a:xfrm>
            <a:off x="375136" y="1622850"/>
            <a:ext cx="1253150" cy="756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5"/>
          <p:cNvSpPr/>
          <p:nvPr/>
        </p:nvSpPr>
        <p:spPr>
          <a:xfrm>
            <a:off x="3804125" y="1610729"/>
            <a:ext cx="1253150" cy="2700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5"/>
          <p:cNvSpPr/>
          <p:nvPr/>
        </p:nvSpPr>
        <p:spPr>
          <a:xfrm>
            <a:off x="3895926" y="2589197"/>
            <a:ext cx="920925" cy="364213"/>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5"/>
          <p:cNvSpPr/>
          <p:nvPr/>
        </p:nvSpPr>
        <p:spPr>
          <a:xfrm>
            <a:off x="1914725" y="2589200"/>
            <a:ext cx="956975"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5"/>
          <p:cNvSpPr/>
          <p:nvPr/>
        </p:nvSpPr>
        <p:spPr>
          <a:xfrm>
            <a:off x="7422325" y="2436800"/>
            <a:ext cx="1308150" cy="3642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5"/>
          <p:cNvSpPr/>
          <p:nvPr/>
        </p:nvSpPr>
        <p:spPr>
          <a:xfrm>
            <a:off x="7422325" y="1674800"/>
            <a:ext cx="1308150" cy="321600"/>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5"/>
          <p:cNvSpPr/>
          <p:nvPr/>
        </p:nvSpPr>
        <p:spPr>
          <a:xfrm>
            <a:off x="3231875" y="3123775"/>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5"/>
          <p:cNvSpPr/>
          <p:nvPr/>
        </p:nvSpPr>
        <p:spPr>
          <a:xfrm>
            <a:off x="3242598" y="3401654"/>
            <a:ext cx="478025" cy="134425"/>
          </a:xfrm>
          <a:prstGeom prst="flowChartProcess">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5"/>
          <p:cNvSpPr txBox="1"/>
          <p:nvPr>
            <p:ph type="title"/>
          </p:nvPr>
        </p:nvSpPr>
        <p:spPr>
          <a:xfrm>
            <a:off x="0" y="131150"/>
            <a:ext cx="16581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GB"/>
              <a:t>Blablacar</a:t>
            </a:r>
            <a:endParaRPr/>
          </a:p>
          <a:p>
            <a:pPr indent="0" lvl="0" marL="0" marR="0" rtl="0" algn="l">
              <a:lnSpc>
                <a:spcPct val="100000"/>
              </a:lnSpc>
              <a:spcBef>
                <a:spcPts val="0"/>
              </a:spcBef>
              <a:spcAft>
                <a:spcPts val="0"/>
              </a:spcAft>
              <a:buNone/>
            </a:pPr>
            <a:r>
              <a:t/>
            </a:r>
            <a:endParaRPr/>
          </a:p>
        </p:txBody>
      </p:sp>
      <p:sp>
        <p:nvSpPr>
          <p:cNvPr id="602" name="Google Shape;602;p35"/>
          <p:cNvSpPr/>
          <p:nvPr/>
        </p:nvSpPr>
        <p:spPr>
          <a:xfrm>
            <a:off x="1587250" y="32950"/>
            <a:ext cx="7505700" cy="572700"/>
          </a:xfrm>
          <a:prstGeom prst="roundRect">
            <a:avLst>
              <a:gd fmla="val 16667" name="adj"/>
            </a:avLst>
          </a:prstGeom>
          <a:solidFill>
            <a:schemeClr val="lt2"/>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3" name="Google Shape;603;p35"/>
          <p:cNvPicPr preferRelativeResize="0"/>
          <p:nvPr/>
        </p:nvPicPr>
        <p:blipFill rotWithShape="1">
          <a:blip r:embed="rId11">
            <a:alphaModFix/>
          </a:blip>
          <a:srcRect b="14713" l="12845" r="12689" t="13339"/>
          <a:stretch/>
        </p:blipFill>
        <p:spPr>
          <a:xfrm>
            <a:off x="2564891" y="349104"/>
            <a:ext cx="556735" cy="215150"/>
          </a:xfrm>
          <a:prstGeom prst="rect">
            <a:avLst/>
          </a:prstGeom>
          <a:noFill/>
          <a:ln>
            <a:noFill/>
          </a:ln>
        </p:spPr>
      </p:pic>
      <p:pic>
        <p:nvPicPr>
          <p:cNvPr id="604" name="Google Shape;604;p35"/>
          <p:cNvPicPr preferRelativeResize="0"/>
          <p:nvPr/>
        </p:nvPicPr>
        <p:blipFill rotWithShape="1">
          <a:blip r:embed="rId12">
            <a:alphaModFix/>
          </a:blip>
          <a:srcRect b="29430" l="0" r="0" t="27150"/>
          <a:stretch/>
        </p:blipFill>
        <p:spPr>
          <a:xfrm>
            <a:off x="4810685" y="292382"/>
            <a:ext cx="1181701" cy="288599"/>
          </a:xfrm>
          <a:prstGeom prst="rect">
            <a:avLst/>
          </a:prstGeom>
          <a:noFill/>
          <a:ln>
            <a:noFill/>
          </a:ln>
        </p:spPr>
      </p:pic>
      <p:pic>
        <p:nvPicPr>
          <p:cNvPr id="605" name="Google Shape;605;p35"/>
          <p:cNvPicPr preferRelativeResize="0"/>
          <p:nvPr/>
        </p:nvPicPr>
        <p:blipFill>
          <a:blip r:embed="rId13">
            <a:alphaModFix/>
          </a:blip>
          <a:stretch>
            <a:fillRect/>
          </a:stretch>
        </p:blipFill>
        <p:spPr>
          <a:xfrm>
            <a:off x="3055275" y="91254"/>
            <a:ext cx="704350" cy="241845"/>
          </a:xfrm>
          <a:prstGeom prst="rect">
            <a:avLst/>
          </a:prstGeom>
          <a:noFill/>
          <a:ln>
            <a:noFill/>
          </a:ln>
        </p:spPr>
      </p:pic>
      <p:pic>
        <p:nvPicPr>
          <p:cNvPr id="606" name="Google Shape;606;p35"/>
          <p:cNvPicPr preferRelativeResize="0"/>
          <p:nvPr/>
        </p:nvPicPr>
        <p:blipFill rotWithShape="1">
          <a:blip r:embed="rId14">
            <a:alphaModFix/>
          </a:blip>
          <a:srcRect b="16863" l="0" r="0" t="15579"/>
          <a:stretch/>
        </p:blipFill>
        <p:spPr>
          <a:xfrm>
            <a:off x="6036013" y="50550"/>
            <a:ext cx="532086" cy="359475"/>
          </a:xfrm>
          <a:prstGeom prst="rect">
            <a:avLst/>
          </a:prstGeom>
          <a:noFill/>
          <a:ln>
            <a:noFill/>
          </a:ln>
        </p:spPr>
      </p:pic>
      <p:pic>
        <p:nvPicPr>
          <p:cNvPr id="607" name="Google Shape;607;p35"/>
          <p:cNvPicPr preferRelativeResize="0"/>
          <p:nvPr/>
        </p:nvPicPr>
        <p:blipFill>
          <a:blip r:embed="rId15">
            <a:alphaModFix/>
          </a:blip>
          <a:stretch>
            <a:fillRect/>
          </a:stretch>
        </p:blipFill>
        <p:spPr>
          <a:xfrm>
            <a:off x="7252309" y="61221"/>
            <a:ext cx="366924" cy="299099"/>
          </a:xfrm>
          <a:prstGeom prst="rect">
            <a:avLst/>
          </a:prstGeom>
          <a:noFill/>
          <a:ln>
            <a:noFill/>
          </a:ln>
        </p:spPr>
      </p:pic>
      <p:pic>
        <p:nvPicPr>
          <p:cNvPr id="608" name="Google Shape;608;p35"/>
          <p:cNvPicPr preferRelativeResize="0"/>
          <p:nvPr/>
        </p:nvPicPr>
        <p:blipFill>
          <a:blip r:embed="rId16">
            <a:alphaModFix/>
          </a:blip>
          <a:stretch>
            <a:fillRect/>
          </a:stretch>
        </p:blipFill>
        <p:spPr>
          <a:xfrm>
            <a:off x="7753279" y="240558"/>
            <a:ext cx="342001" cy="342001"/>
          </a:xfrm>
          <a:prstGeom prst="rect">
            <a:avLst/>
          </a:prstGeom>
          <a:noFill/>
          <a:ln>
            <a:noFill/>
          </a:ln>
        </p:spPr>
      </p:pic>
      <p:pic>
        <p:nvPicPr>
          <p:cNvPr id="609" name="Google Shape;609;p35"/>
          <p:cNvPicPr preferRelativeResize="0"/>
          <p:nvPr/>
        </p:nvPicPr>
        <p:blipFill>
          <a:blip r:embed="rId17">
            <a:alphaModFix/>
          </a:blip>
          <a:stretch>
            <a:fillRect/>
          </a:stretch>
        </p:blipFill>
        <p:spPr>
          <a:xfrm>
            <a:off x="6611750" y="292827"/>
            <a:ext cx="556725" cy="278362"/>
          </a:xfrm>
          <a:prstGeom prst="rect">
            <a:avLst/>
          </a:prstGeom>
          <a:noFill/>
          <a:ln>
            <a:noFill/>
          </a:ln>
        </p:spPr>
      </p:pic>
      <p:pic>
        <p:nvPicPr>
          <p:cNvPr id="610" name="Google Shape;610;p35"/>
          <p:cNvPicPr preferRelativeResize="0"/>
          <p:nvPr/>
        </p:nvPicPr>
        <p:blipFill rotWithShape="1">
          <a:blip r:embed="rId14">
            <a:alphaModFix/>
          </a:blip>
          <a:srcRect b="16863" l="0" r="0" t="15579"/>
          <a:stretch/>
        </p:blipFill>
        <p:spPr>
          <a:xfrm>
            <a:off x="3874287" y="283040"/>
            <a:ext cx="441000" cy="297944"/>
          </a:xfrm>
          <a:prstGeom prst="rect">
            <a:avLst/>
          </a:prstGeom>
          <a:noFill/>
          <a:ln>
            <a:noFill/>
          </a:ln>
        </p:spPr>
      </p:pic>
      <p:pic>
        <p:nvPicPr>
          <p:cNvPr id="611" name="Google Shape;611;p35"/>
          <p:cNvPicPr preferRelativeResize="0"/>
          <p:nvPr/>
        </p:nvPicPr>
        <p:blipFill>
          <a:blip r:embed="rId18">
            <a:alphaModFix/>
          </a:blip>
          <a:stretch>
            <a:fillRect/>
          </a:stretch>
        </p:blipFill>
        <p:spPr>
          <a:xfrm>
            <a:off x="4429947" y="77081"/>
            <a:ext cx="288600" cy="288584"/>
          </a:xfrm>
          <a:prstGeom prst="rect">
            <a:avLst/>
          </a:prstGeom>
          <a:noFill/>
          <a:ln>
            <a:noFill/>
          </a:ln>
        </p:spPr>
      </p:pic>
      <p:pic>
        <p:nvPicPr>
          <p:cNvPr id="612" name="Google Shape;612;p35"/>
          <p:cNvPicPr preferRelativeResize="0"/>
          <p:nvPr/>
        </p:nvPicPr>
        <p:blipFill>
          <a:blip r:embed="rId19">
            <a:alphaModFix/>
          </a:blip>
          <a:stretch>
            <a:fillRect/>
          </a:stretch>
        </p:blipFill>
        <p:spPr>
          <a:xfrm>
            <a:off x="1820617" y="114734"/>
            <a:ext cx="864215" cy="132925"/>
          </a:xfrm>
          <a:prstGeom prst="rect">
            <a:avLst/>
          </a:prstGeom>
          <a:noFill/>
          <a:ln>
            <a:noFill/>
          </a:ln>
        </p:spPr>
      </p:pic>
      <p:pic>
        <p:nvPicPr>
          <p:cNvPr id="613" name="Google Shape;613;p35"/>
          <p:cNvPicPr preferRelativeResize="0"/>
          <p:nvPr/>
        </p:nvPicPr>
        <p:blipFill>
          <a:blip r:embed="rId20">
            <a:alphaModFix/>
          </a:blip>
          <a:stretch>
            <a:fillRect/>
          </a:stretch>
        </p:blipFill>
        <p:spPr>
          <a:xfrm>
            <a:off x="8720429" y="262863"/>
            <a:ext cx="232525" cy="290378"/>
          </a:xfrm>
          <a:prstGeom prst="rect">
            <a:avLst/>
          </a:prstGeom>
          <a:noFill/>
          <a:ln>
            <a:noFill/>
          </a:ln>
        </p:spPr>
      </p:pic>
      <p:pic>
        <p:nvPicPr>
          <p:cNvPr id="614" name="Google Shape;614;p35"/>
          <p:cNvPicPr preferRelativeResize="0"/>
          <p:nvPr/>
        </p:nvPicPr>
        <p:blipFill>
          <a:blip r:embed="rId21">
            <a:alphaModFix/>
          </a:blip>
          <a:stretch>
            <a:fillRect/>
          </a:stretch>
        </p:blipFill>
        <p:spPr>
          <a:xfrm>
            <a:off x="8229325" y="31625"/>
            <a:ext cx="299100" cy="299100"/>
          </a:xfrm>
          <a:prstGeom prst="rect">
            <a:avLst/>
          </a:prstGeom>
          <a:noFill/>
          <a:ln>
            <a:noFill/>
          </a:ln>
        </p:spPr>
      </p:pic>
      <p:sp>
        <p:nvSpPr>
          <p:cNvPr id="615" name="Google Shape;615;p35"/>
          <p:cNvSpPr/>
          <p:nvPr/>
        </p:nvSpPr>
        <p:spPr>
          <a:xfrm>
            <a:off x="8197700" y="3883583"/>
            <a:ext cx="900300" cy="2418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700">
                <a:latin typeface="Inter Light"/>
                <a:ea typeface="Inter Light"/>
                <a:cs typeface="Inter Light"/>
                <a:sym typeface="Inter Light"/>
              </a:rPr>
              <a:t>        </a:t>
            </a:r>
            <a:r>
              <a:rPr lang="en-GB" sz="700">
                <a:solidFill>
                  <a:srgbClr val="000000"/>
                </a:solidFill>
                <a:latin typeface="Inter Light"/>
                <a:ea typeface="Inter Light"/>
                <a:cs typeface="Inter Light"/>
                <a:sym typeface="Inter Light"/>
              </a:rPr>
              <a:t> Squad Market</a:t>
            </a:r>
            <a:endParaRPr/>
          </a:p>
        </p:txBody>
      </p:sp>
      <p:sp>
        <p:nvSpPr>
          <p:cNvPr id="616" name="Google Shape;616;p35"/>
          <p:cNvSpPr/>
          <p:nvPr/>
        </p:nvSpPr>
        <p:spPr>
          <a:xfrm>
            <a:off x="8203100" y="4294919"/>
            <a:ext cx="900300" cy="2418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700">
                <a:latin typeface="Inter Light"/>
                <a:ea typeface="Inter Light"/>
                <a:cs typeface="Inter Light"/>
                <a:sym typeface="Inter Light"/>
              </a:rPr>
              <a:t>         </a:t>
            </a:r>
            <a:r>
              <a:rPr lang="en-GB" sz="700">
                <a:solidFill>
                  <a:srgbClr val="000000"/>
                </a:solidFill>
                <a:latin typeface="Inter Light"/>
                <a:ea typeface="Inter Light"/>
                <a:cs typeface="Inter Light"/>
                <a:sym typeface="Inter Light"/>
              </a:rPr>
              <a:t>Squad Product</a:t>
            </a:r>
            <a:endParaRPr/>
          </a:p>
        </p:txBody>
      </p:sp>
      <p:sp>
        <p:nvSpPr>
          <p:cNvPr id="617" name="Google Shape;617;p35"/>
          <p:cNvSpPr/>
          <p:nvPr/>
        </p:nvSpPr>
        <p:spPr>
          <a:xfrm>
            <a:off x="3168500" y="4669874"/>
            <a:ext cx="4792200" cy="3597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5"/>
          <p:cNvSpPr/>
          <p:nvPr/>
        </p:nvSpPr>
        <p:spPr>
          <a:xfrm>
            <a:off x="4512066" y="4735847"/>
            <a:ext cx="1078500" cy="240300"/>
          </a:xfrm>
          <a:prstGeom prst="chevron">
            <a:avLst>
              <a:gd fmla="val 50000" name="adj"/>
            </a:avLst>
          </a:prstGeom>
          <a:solidFill>
            <a:srgbClr val="EA999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980000"/>
                </a:solidFill>
                <a:latin typeface="Inter"/>
                <a:ea typeface="Inter"/>
                <a:cs typeface="Inter"/>
                <a:sym typeface="Inter"/>
              </a:rPr>
              <a:t>         </a:t>
            </a:r>
            <a:r>
              <a:rPr b="1" lang="en-GB" sz="1200">
                <a:solidFill>
                  <a:srgbClr val="980000"/>
                </a:solidFill>
                <a:latin typeface="Inter"/>
                <a:ea typeface="Inter"/>
                <a:cs typeface="Inter"/>
                <a:sym typeface="Inter"/>
              </a:rPr>
              <a:t>DE</a:t>
            </a:r>
            <a:endParaRPr b="1" sz="1200">
              <a:solidFill>
                <a:srgbClr val="980000"/>
              </a:solidFill>
              <a:latin typeface="Inter"/>
              <a:ea typeface="Inter"/>
              <a:cs typeface="Inter"/>
              <a:sym typeface="Inter"/>
            </a:endParaRPr>
          </a:p>
        </p:txBody>
      </p:sp>
      <p:sp>
        <p:nvSpPr>
          <p:cNvPr id="619" name="Google Shape;619;p35"/>
          <p:cNvSpPr/>
          <p:nvPr/>
        </p:nvSpPr>
        <p:spPr>
          <a:xfrm>
            <a:off x="6731475" y="4733801"/>
            <a:ext cx="1113900" cy="237600"/>
          </a:xfrm>
          <a:prstGeom prst="chevron">
            <a:avLst>
              <a:gd fmla="val 50000" name="adj"/>
            </a:avLst>
          </a:prstGeom>
          <a:solidFill>
            <a:srgbClr val="FFE599"/>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9900"/>
                </a:solidFill>
                <a:latin typeface="Inter"/>
                <a:ea typeface="Inter"/>
                <a:cs typeface="Inter"/>
                <a:sym typeface="Inter"/>
              </a:rPr>
              <a:t>             DA</a:t>
            </a:r>
            <a:endParaRPr b="1" sz="1200">
              <a:solidFill>
                <a:srgbClr val="FF9900"/>
              </a:solidFill>
              <a:latin typeface="Inter"/>
              <a:ea typeface="Inter"/>
              <a:cs typeface="Inter"/>
              <a:sym typeface="Inter"/>
            </a:endParaRPr>
          </a:p>
        </p:txBody>
      </p:sp>
      <p:pic>
        <p:nvPicPr>
          <p:cNvPr id="620" name="Google Shape;620;p35"/>
          <p:cNvPicPr preferRelativeResize="0"/>
          <p:nvPr/>
        </p:nvPicPr>
        <p:blipFill>
          <a:blip r:embed="rId22">
            <a:alphaModFix/>
          </a:blip>
          <a:stretch>
            <a:fillRect/>
          </a:stretch>
        </p:blipFill>
        <p:spPr>
          <a:xfrm>
            <a:off x="4740901" y="4758247"/>
            <a:ext cx="124065" cy="192712"/>
          </a:xfrm>
          <a:prstGeom prst="rect">
            <a:avLst/>
          </a:prstGeom>
          <a:noFill/>
          <a:ln>
            <a:noFill/>
          </a:ln>
        </p:spPr>
      </p:pic>
      <p:pic>
        <p:nvPicPr>
          <p:cNvPr id="621" name="Google Shape;621;p35"/>
          <p:cNvPicPr preferRelativeResize="0"/>
          <p:nvPr/>
        </p:nvPicPr>
        <p:blipFill>
          <a:blip r:embed="rId23">
            <a:alphaModFix/>
          </a:blip>
          <a:stretch>
            <a:fillRect/>
          </a:stretch>
        </p:blipFill>
        <p:spPr>
          <a:xfrm>
            <a:off x="6950616" y="4763072"/>
            <a:ext cx="144000" cy="189949"/>
          </a:xfrm>
          <a:prstGeom prst="rect">
            <a:avLst/>
          </a:prstGeom>
          <a:noFill/>
          <a:ln>
            <a:noFill/>
          </a:ln>
        </p:spPr>
      </p:pic>
      <p:cxnSp>
        <p:nvCxnSpPr>
          <p:cNvPr id="622" name="Google Shape;622;p35"/>
          <p:cNvCxnSpPr>
            <a:stCxn id="623" idx="1"/>
            <a:endCxn id="617" idx="3"/>
          </p:cNvCxnSpPr>
          <p:nvPr/>
        </p:nvCxnSpPr>
        <p:spPr>
          <a:xfrm rot="10800000">
            <a:off x="7960700" y="4849640"/>
            <a:ext cx="242400" cy="8400"/>
          </a:xfrm>
          <a:prstGeom prst="straightConnector1">
            <a:avLst/>
          </a:prstGeom>
          <a:noFill/>
          <a:ln cap="flat" cmpd="sng" w="9525">
            <a:solidFill>
              <a:srgbClr val="595959"/>
            </a:solidFill>
            <a:prstDash val="solid"/>
            <a:round/>
            <a:headEnd len="med" w="med" type="none"/>
            <a:tailEnd len="med" w="med" type="triangle"/>
          </a:ln>
        </p:spPr>
      </p:cxnSp>
      <p:sp>
        <p:nvSpPr>
          <p:cNvPr id="624" name="Google Shape;624;p35"/>
          <p:cNvSpPr/>
          <p:nvPr/>
        </p:nvSpPr>
        <p:spPr>
          <a:xfrm>
            <a:off x="5616893" y="4735818"/>
            <a:ext cx="1078500" cy="237600"/>
          </a:xfrm>
          <a:prstGeom prst="chevron">
            <a:avLst>
              <a:gd fmla="val 50000" name="adj"/>
            </a:avLst>
          </a:prstGeom>
          <a:solidFill>
            <a:srgbClr val="D9D2E9"/>
          </a:solidFill>
          <a:ln cap="flat" cmpd="sng" w="2857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4D04C4"/>
                </a:solidFill>
                <a:latin typeface="Inter"/>
                <a:ea typeface="Inter"/>
                <a:cs typeface="Inter"/>
                <a:sym typeface="Inter"/>
              </a:rPr>
              <a:t>         </a:t>
            </a:r>
            <a:r>
              <a:rPr b="1" lang="en-GB" sz="1200">
                <a:solidFill>
                  <a:srgbClr val="4D04C4"/>
                </a:solidFill>
                <a:latin typeface="Inter"/>
                <a:ea typeface="Inter"/>
                <a:cs typeface="Inter"/>
                <a:sym typeface="Inter"/>
              </a:rPr>
              <a:t>DS</a:t>
            </a:r>
            <a:endParaRPr b="1" sz="1200">
              <a:solidFill>
                <a:srgbClr val="4D04C4"/>
              </a:solidFill>
              <a:latin typeface="Inter"/>
              <a:ea typeface="Inter"/>
              <a:cs typeface="Inter"/>
              <a:sym typeface="Inter"/>
            </a:endParaRPr>
          </a:p>
        </p:txBody>
      </p:sp>
      <p:sp>
        <p:nvSpPr>
          <p:cNvPr id="625" name="Google Shape;625;p35"/>
          <p:cNvSpPr/>
          <p:nvPr/>
        </p:nvSpPr>
        <p:spPr>
          <a:xfrm>
            <a:off x="3302006" y="4735813"/>
            <a:ext cx="1151100" cy="237600"/>
          </a:xfrm>
          <a:prstGeom prst="chevron">
            <a:avLst>
              <a:gd fmla="val 50000"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GB" sz="1200">
                <a:solidFill>
                  <a:srgbClr val="FF00FF"/>
                </a:solidFill>
                <a:latin typeface="Inter"/>
                <a:ea typeface="Inter"/>
                <a:cs typeface="Inter"/>
                <a:sym typeface="Inter"/>
              </a:rPr>
              <a:t>       D.Ops</a:t>
            </a:r>
            <a:endParaRPr b="1" sz="1200">
              <a:solidFill>
                <a:srgbClr val="FF00FF"/>
              </a:solidFill>
              <a:latin typeface="Inter"/>
              <a:ea typeface="Inter"/>
              <a:cs typeface="Inter"/>
              <a:sym typeface="Inter"/>
            </a:endParaRPr>
          </a:p>
        </p:txBody>
      </p:sp>
      <p:sp>
        <p:nvSpPr>
          <p:cNvPr id="623" name="Google Shape;623;p35"/>
          <p:cNvSpPr/>
          <p:nvPr/>
        </p:nvSpPr>
        <p:spPr>
          <a:xfrm>
            <a:off x="8203100" y="4737140"/>
            <a:ext cx="900300" cy="2418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700">
                <a:latin typeface="Inter Light"/>
                <a:ea typeface="Inter Light"/>
                <a:cs typeface="Inter Light"/>
                <a:sym typeface="Inter Light"/>
              </a:rPr>
              <a:t>          </a:t>
            </a:r>
            <a:r>
              <a:rPr lang="en-GB" sz="700">
                <a:solidFill>
                  <a:srgbClr val="000000"/>
                </a:solidFill>
                <a:latin typeface="Inter Light"/>
                <a:ea typeface="Inter Light"/>
                <a:cs typeface="Inter Light"/>
                <a:sym typeface="Inter Light"/>
              </a:rPr>
              <a:t>Squad Finance</a:t>
            </a:r>
            <a:endParaRPr/>
          </a:p>
        </p:txBody>
      </p:sp>
      <p:pic>
        <p:nvPicPr>
          <p:cNvPr id="626" name="Google Shape;626;p35"/>
          <p:cNvPicPr preferRelativeResize="0"/>
          <p:nvPr/>
        </p:nvPicPr>
        <p:blipFill>
          <a:blip r:embed="rId24">
            <a:alphaModFix/>
          </a:blip>
          <a:stretch>
            <a:fillRect/>
          </a:stretch>
        </p:blipFill>
        <p:spPr>
          <a:xfrm>
            <a:off x="3425330" y="4752203"/>
            <a:ext cx="144000" cy="189916"/>
          </a:xfrm>
          <a:prstGeom prst="rect">
            <a:avLst/>
          </a:prstGeom>
          <a:noFill/>
          <a:ln>
            <a:noFill/>
          </a:ln>
        </p:spPr>
      </p:pic>
      <p:pic>
        <p:nvPicPr>
          <p:cNvPr id="627" name="Google Shape;627;p35"/>
          <p:cNvPicPr preferRelativeResize="0"/>
          <p:nvPr/>
        </p:nvPicPr>
        <p:blipFill>
          <a:blip r:embed="rId25">
            <a:alphaModFix/>
          </a:blip>
          <a:stretch>
            <a:fillRect/>
          </a:stretch>
        </p:blipFill>
        <p:spPr>
          <a:xfrm>
            <a:off x="5762538" y="4757545"/>
            <a:ext cx="144000" cy="189951"/>
          </a:xfrm>
          <a:prstGeom prst="rect">
            <a:avLst/>
          </a:prstGeom>
          <a:noFill/>
          <a:ln>
            <a:noFill/>
          </a:ln>
        </p:spPr>
      </p:pic>
      <p:sp>
        <p:nvSpPr>
          <p:cNvPr id="628" name="Google Shape;628;p35"/>
          <p:cNvSpPr/>
          <p:nvPr/>
        </p:nvSpPr>
        <p:spPr>
          <a:xfrm>
            <a:off x="1754750" y="3833175"/>
            <a:ext cx="1308300" cy="11655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5"/>
          <p:cNvSpPr/>
          <p:nvPr/>
        </p:nvSpPr>
        <p:spPr>
          <a:xfrm>
            <a:off x="1817500" y="4073083"/>
            <a:ext cx="1196700" cy="696600"/>
          </a:xfrm>
          <a:prstGeom prst="chevron">
            <a:avLst>
              <a:gd fmla="val 29762"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00FF"/>
                </a:solidFill>
                <a:latin typeface="Inter"/>
                <a:ea typeface="Inter"/>
                <a:cs typeface="Inter"/>
                <a:sym typeface="Inter"/>
              </a:rPr>
              <a:t>      </a:t>
            </a:r>
            <a:endParaRPr b="1" sz="1100">
              <a:solidFill>
                <a:srgbClr val="FF00FF"/>
              </a:solidFill>
              <a:latin typeface="Inter"/>
              <a:ea typeface="Inter"/>
              <a:cs typeface="Inter"/>
              <a:sym typeface="Inter"/>
            </a:endParaRPr>
          </a:p>
          <a:p>
            <a:pPr indent="0" lvl="0" marL="0" rtl="0" algn="ctr">
              <a:spcBef>
                <a:spcPts val="0"/>
              </a:spcBef>
              <a:spcAft>
                <a:spcPts val="0"/>
              </a:spcAft>
              <a:buNone/>
            </a:pPr>
            <a:r>
              <a:rPr b="1" lang="en-GB" sz="1100">
                <a:solidFill>
                  <a:srgbClr val="FF00FF"/>
                </a:solidFill>
                <a:latin typeface="Inter"/>
                <a:ea typeface="Inter"/>
                <a:cs typeface="Inter"/>
                <a:sym typeface="Inter"/>
              </a:rPr>
              <a:t>      Data</a:t>
            </a:r>
            <a:endParaRPr b="1" sz="1100">
              <a:solidFill>
                <a:srgbClr val="FF00FF"/>
              </a:solidFill>
              <a:latin typeface="Inter"/>
              <a:ea typeface="Inter"/>
              <a:cs typeface="Inter"/>
              <a:sym typeface="Inter"/>
            </a:endParaRPr>
          </a:p>
          <a:p>
            <a:pPr indent="0" lvl="0" marL="0" rtl="0" algn="ctr">
              <a:spcBef>
                <a:spcPts val="0"/>
              </a:spcBef>
              <a:spcAft>
                <a:spcPts val="0"/>
              </a:spcAft>
              <a:buNone/>
            </a:pPr>
            <a:r>
              <a:rPr b="1" lang="en-GB" sz="1100">
                <a:solidFill>
                  <a:srgbClr val="FF00FF"/>
                </a:solidFill>
                <a:latin typeface="Inter"/>
                <a:ea typeface="Inter"/>
                <a:cs typeface="Inter"/>
                <a:sym typeface="Inter"/>
              </a:rPr>
              <a:t>     Ops</a:t>
            </a:r>
            <a:endParaRPr b="1" sz="1100">
              <a:solidFill>
                <a:srgbClr val="FF00FF"/>
              </a:solidFill>
              <a:latin typeface="Inter"/>
              <a:ea typeface="Inter"/>
              <a:cs typeface="Inter"/>
              <a:sym typeface="Inter"/>
            </a:endParaRPr>
          </a:p>
        </p:txBody>
      </p:sp>
      <p:pic>
        <p:nvPicPr>
          <p:cNvPr id="630" name="Google Shape;630;p35"/>
          <p:cNvPicPr preferRelativeResize="0"/>
          <p:nvPr/>
        </p:nvPicPr>
        <p:blipFill>
          <a:blip r:embed="rId24">
            <a:alphaModFix/>
          </a:blip>
          <a:stretch>
            <a:fillRect/>
          </a:stretch>
        </p:blipFill>
        <p:spPr>
          <a:xfrm>
            <a:off x="2044775" y="4275726"/>
            <a:ext cx="208975" cy="208950"/>
          </a:xfrm>
          <a:prstGeom prst="rect">
            <a:avLst/>
          </a:prstGeom>
          <a:noFill/>
          <a:ln>
            <a:noFill/>
          </a:ln>
        </p:spPr>
      </p:pic>
      <p:cxnSp>
        <p:nvCxnSpPr>
          <p:cNvPr id="631" name="Google Shape;631;p35"/>
          <p:cNvCxnSpPr>
            <a:stCxn id="632" idx="3"/>
          </p:cNvCxnSpPr>
          <p:nvPr/>
        </p:nvCxnSpPr>
        <p:spPr>
          <a:xfrm>
            <a:off x="1249525" y="4312575"/>
            <a:ext cx="511800" cy="3300"/>
          </a:xfrm>
          <a:prstGeom prst="straightConnector1">
            <a:avLst/>
          </a:prstGeom>
          <a:noFill/>
          <a:ln cap="flat" cmpd="sng" w="9525">
            <a:solidFill>
              <a:srgbClr val="595959"/>
            </a:solidFill>
            <a:prstDash val="solid"/>
            <a:round/>
            <a:headEnd len="med" w="med" type="none"/>
            <a:tailEnd len="med" w="med" type="triangle"/>
          </a:ln>
        </p:spPr>
      </p:cxnSp>
      <p:sp>
        <p:nvSpPr>
          <p:cNvPr id="632" name="Google Shape;632;p35"/>
          <p:cNvSpPr/>
          <p:nvPr/>
        </p:nvSpPr>
        <p:spPr>
          <a:xfrm>
            <a:off x="171025" y="4141575"/>
            <a:ext cx="1078500" cy="3420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        </a:t>
            </a:r>
            <a:r>
              <a:rPr lang="en-GB" sz="700">
                <a:solidFill>
                  <a:srgbClr val="000000"/>
                </a:solidFill>
                <a:latin typeface="Inter Light"/>
                <a:ea typeface="Inter Light"/>
                <a:cs typeface="Inter Light"/>
                <a:sym typeface="Inter Light"/>
              </a:rPr>
              <a:t>Squad Platform</a:t>
            </a:r>
            <a:endParaRPr/>
          </a:p>
        </p:txBody>
      </p:sp>
      <p:sp>
        <p:nvSpPr>
          <p:cNvPr id="633" name="Google Shape;633;p35"/>
          <p:cNvSpPr/>
          <p:nvPr/>
        </p:nvSpPr>
        <p:spPr>
          <a:xfrm>
            <a:off x="2381629" y="4151270"/>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4</a:t>
            </a:r>
            <a:endParaRPr sz="1100">
              <a:latin typeface="Inter"/>
              <a:ea typeface="Inter"/>
              <a:cs typeface="Inter"/>
              <a:sym typeface="Inter"/>
            </a:endParaRPr>
          </a:p>
        </p:txBody>
      </p:sp>
      <p:sp>
        <p:nvSpPr>
          <p:cNvPr id="634" name="Google Shape;634;p35"/>
          <p:cNvSpPr/>
          <p:nvPr/>
        </p:nvSpPr>
        <p:spPr>
          <a:xfrm>
            <a:off x="3155450" y="4242249"/>
            <a:ext cx="4792200" cy="3597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5"/>
          <p:cNvSpPr/>
          <p:nvPr/>
        </p:nvSpPr>
        <p:spPr>
          <a:xfrm>
            <a:off x="4499016" y="4308222"/>
            <a:ext cx="1078500" cy="240300"/>
          </a:xfrm>
          <a:prstGeom prst="chevron">
            <a:avLst>
              <a:gd fmla="val 50000" name="adj"/>
            </a:avLst>
          </a:prstGeom>
          <a:solidFill>
            <a:srgbClr val="EA999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980000"/>
                </a:solidFill>
                <a:latin typeface="Inter"/>
                <a:ea typeface="Inter"/>
                <a:cs typeface="Inter"/>
                <a:sym typeface="Inter"/>
              </a:rPr>
              <a:t>         </a:t>
            </a:r>
            <a:r>
              <a:rPr b="1" lang="en-GB" sz="1200">
                <a:solidFill>
                  <a:srgbClr val="980000"/>
                </a:solidFill>
                <a:latin typeface="Inter"/>
                <a:ea typeface="Inter"/>
                <a:cs typeface="Inter"/>
                <a:sym typeface="Inter"/>
              </a:rPr>
              <a:t>DE</a:t>
            </a:r>
            <a:endParaRPr b="1" sz="1200">
              <a:solidFill>
                <a:srgbClr val="980000"/>
              </a:solidFill>
              <a:latin typeface="Inter"/>
              <a:ea typeface="Inter"/>
              <a:cs typeface="Inter"/>
              <a:sym typeface="Inter"/>
            </a:endParaRPr>
          </a:p>
        </p:txBody>
      </p:sp>
      <p:sp>
        <p:nvSpPr>
          <p:cNvPr id="636" name="Google Shape;636;p35"/>
          <p:cNvSpPr/>
          <p:nvPr/>
        </p:nvSpPr>
        <p:spPr>
          <a:xfrm>
            <a:off x="6718425" y="4306176"/>
            <a:ext cx="1113900" cy="237600"/>
          </a:xfrm>
          <a:prstGeom prst="chevron">
            <a:avLst>
              <a:gd fmla="val 50000" name="adj"/>
            </a:avLst>
          </a:prstGeom>
          <a:solidFill>
            <a:srgbClr val="FFE599"/>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9900"/>
                </a:solidFill>
                <a:latin typeface="Inter"/>
                <a:ea typeface="Inter"/>
                <a:cs typeface="Inter"/>
                <a:sym typeface="Inter"/>
              </a:rPr>
              <a:t>             DA</a:t>
            </a:r>
            <a:endParaRPr b="1" sz="1200">
              <a:solidFill>
                <a:srgbClr val="FF9900"/>
              </a:solidFill>
              <a:latin typeface="Inter"/>
              <a:ea typeface="Inter"/>
              <a:cs typeface="Inter"/>
              <a:sym typeface="Inter"/>
            </a:endParaRPr>
          </a:p>
        </p:txBody>
      </p:sp>
      <p:pic>
        <p:nvPicPr>
          <p:cNvPr id="637" name="Google Shape;637;p35"/>
          <p:cNvPicPr preferRelativeResize="0"/>
          <p:nvPr/>
        </p:nvPicPr>
        <p:blipFill>
          <a:blip r:embed="rId22">
            <a:alphaModFix/>
          </a:blip>
          <a:stretch>
            <a:fillRect/>
          </a:stretch>
        </p:blipFill>
        <p:spPr>
          <a:xfrm>
            <a:off x="4727851" y="4330622"/>
            <a:ext cx="124065" cy="192712"/>
          </a:xfrm>
          <a:prstGeom prst="rect">
            <a:avLst/>
          </a:prstGeom>
          <a:noFill/>
          <a:ln>
            <a:noFill/>
          </a:ln>
        </p:spPr>
      </p:pic>
      <p:pic>
        <p:nvPicPr>
          <p:cNvPr id="638" name="Google Shape;638;p35"/>
          <p:cNvPicPr preferRelativeResize="0"/>
          <p:nvPr/>
        </p:nvPicPr>
        <p:blipFill>
          <a:blip r:embed="rId23">
            <a:alphaModFix/>
          </a:blip>
          <a:stretch>
            <a:fillRect/>
          </a:stretch>
        </p:blipFill>
        <p:spPr>
          <a:xfrm>
            <a:off x="6937566" y="4335447"/>
            <a:ext cx="144000" cy="189949"/>
          </a:xfrm>
          <a:prstGeom prst="rect">
            <a:avLst/>
          </a:prstGeom>
          <a:noFill/>
          <a:ln>
            <a:noFill/>
          </a:ln>
        </p:spPr>
      </p:pic>
      <p:cxnSp>
        <p:nvCxnSpPr>
          <p:cNvPr id="639" name="Google Shape;639;p35"/>
          <p:cNvCxnSpPr>
            <a:endCxn id="634" idx="3"/>
          </p:cNvCxnSpPr>
          <p:nvPr/>
        </p:nvCxnSpPr>
        <p:spPr>
          <a:xfrm flipH="1">
            <a:off x="7947650" y="4419699"/>
            <a:ext cx="242400" cy="2400"/>
          </a:xfrm>
          <a:prstGeom prst="straightConnector1">
            <a:avLst/>
          </a:prstGeom>
          <a:noFill/>
          <a:ln cap="flat" cmpd="sng" w="9525">
            <a:solidFill>
              <a:srgbClr val="595959"/>
            </a:solidFill>
            <a:prstDash val="solid"/>
            <a:round/>
            <a:headEnd len="med" w="med" type="none"/>
            <a:tailEnd len="med" w="med" type="triangle"/>
          </a:ln>
        </p:spPr>
      </p:cxnSp>
      <p:sp>
        <p:nvSpPr>
          <p:cNvPr id="640" name="Google Shape;640;p35"/>
          <p:cNvSpPr/>
          <p:nvPr/>
        </p:nvSpPr>
        <p:spPr>
          <a:xfrm>
            <a:off x="5603843" y="4308193"/>
            <a:ext cx="1078500" cy="237600"/>
          </a:xfrm>
          <a:prstGeom prst="chevron">
            <a:avLst>
              <a:gd fmla="val 50000" name="adj"/>
            </a:avLst>
          </a:prstGeom>
          <a:solidFill>
            <a:srgbClr val="D9D2E9"/>
          </a:solidFill>
          <a:ln cap="flat" cmpd="sng" w="2857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4D04C4"/>
                </a:solidFill>
                <a:latin typeface="Inter"/>
                <a:ea typeface="Inter"/>
                <a:cs typeface="Inter"/>
                <a:sym typeface="Inter"/>
              </a:rPr>
              <a:t>          </a:t>
            </a:r>
            <a:r>
              <a:rPr b="1" lang="en-GB" sz="1200">
                <a:solidFill>
                  <a:srgbClr val="4D04C4"/>
                </a:solidFill>
                <a:latin typeface="Inter"/>
                <a:ea typeface="Inter"/>
                <a:cs typeface="Inter"/>
                <a:sym typeface="Inter"/>
              </a:rPr>
              <a:t>DS</a:t>
            </a:r>
            <a:endParaRPr b="1" sz="1200">
              <a:solidFill>
                <a:srgbClr val="4D04C4"/>
              </a:solidFill>
              <a:latin typeface="Inter"/>
              <a:ea typeface="Inter"/>
              <a:cs typeface="Inter"/>
              <a:sym typeface="Inter"/>
            </a:endParaRPr>
          </a:p>
        </p:txBody>
      </p:sp>
      <p:sp>
        <p:nvSpPr>
          <p:cNvPr id="641" name="Google Shape;641;p35"/>
          <p:cNvSpPr/>
          <p:nvPr/>
        </p:nvSpPr>
        <p:spPr>
          <a:xfrm>
            <a:off x="3288956" y="4308188"/>
            <a:ext cx="1151100" cy="237600"/>
          </a:xfrm>
          <a:prstGeom prst="chevron">
            <a:avLst>
              <a:gd fmla="val 50000"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GB" sz="1200">
                <a:solidFill>
                  <a:srgbClr val="FF00FF"/>
                </a:solidFill>
                <a:latin typeface="Inter"/>
                <a:ea typeface="Inter"/>
                <a:cs typeface="Inter"/>
                <a:sym typeface="Inter"/>
              </a:rPr>
              <a:t>       D.Ops</a:t>
            </a:r>
            <a:endParaRPr b="1" sz="1200">
              <a:solidFill>
                <a:srgbClr val="FF00FF"/>
              </a:solidFill>
              <a:latin typeface="Inter"/>
              <a:ea typeface="Inter"/>
              <a:cs typeface="Inter"/>
              <a:sym typeface="Inter"/>
            </a:endParaRPr>
          </a:p>
        </p:txBody>
      </p:sp>
      <p:pic>
        <p:nvPicPr>
          <p:cNvPr id="642" name="Google Shape;642;p35"/>
          <p:cNvPicPr preferRelativeResize="0"/>
          <p:nvPr/>
        </p:nvPicPr>
        <p:blipFill>
          <a:blip r:embed="rId24">
            <a:alphaModFix/>
          </a:blip>
          <a:stretch>
            <a:fillRect/>
          </a:stretch>
        </p:blipFill>
        <p:spPr>
          <a:xfrm>
            <a:off x="3412280" y="4324578"/>
            <a:ext cx="144000" cy="189916"/>
          </a:xfrm>
          <a:prstGeom prst="rect">
            <a:avLst/>
          </a:prstGeom>
          <a:noFill/>
          <a:ln>
            <a:noFill/>
          </a:ln>
        </p:spPr>
      </p:pic>
      <p:pic>
        <p:nvPicPr>
          <p:cNvPr id="643" name="Google Shape;643;p35"/>
          <p:cNvPicPr preferRelativeResize="0"/>
          <p:nvPr/>
        </p:nvPicPr>
        <p:blipFill>
          <a:blip r:embed="rId25">
            <a:alphaModFix/>
          </a:blip>
          <a:stretch>
            <a:fillRect/>
          </a:stretch>
        </p:blipFill>
        <p:spPr>
          <a:xfrm>
            <a:off x="5749488" y="4329920"/>
            <a:ext cx="144000" cy="189951"/>
          </a:xfrm>
          <a:prstGeom prst="rect">
            <a:avLst/>
          </a:prstGeom>
          <a:noFill/>
          <a:ln>
            <a:noFill/>
          </a:ln>
        </p:spPr>
      </p:pic>
      <p:sp>
        <p:nvSpPr>
          <p:cNvPr id="644" name="Google Shape;644;p35"/>
          <p:cNvSpPr/>
          <p:nvPr/>
        </p:nvSpPr>
        <p:spPr>
          <a:xfrm>
            <a:off x="3164150" y="3814799"/>
            <a:ext cx="4792200" cy="3597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4507716" y="3880772"/>
            <a:ext cx="1078500" cy="240300"/>
          </a:xfrm>
          <a:prstGeom prst="chevron">
            <a:avLst>
              <a:gd fmla="val 50000" name="adj"/>
            </a:avLst>
          </a:prstGeom>
          <a:solidFill>
            <a:srgbClr val="EA999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980000"/>
                </a:solidFill>
                <a:latin typeface="Inter"/>
                <a:ea typeface="Inter"/>
                <a:cs typeface="Inter"/>
                <a:sym typeface="Inter"/>
              </a:rPr>
              <a:t>         </a:t>
            </a:r>
            <a:r>
              <a:rPr b="1" lang="en-GB" sz="1200">
                <a:solidFill>
                  <a:srgbClr val="980000"/>
                </a:solidFill>
                <a:latin typeface="Inter"/>
                <a:ea typeface="Inter"/>
                <a:cs typeface="Inter"/>
                <a:sym typeface="Inter"/>
              </a:rPr>
              <a:t>DE</a:t>
            </a:r>
            <a:endParaRPr b="1" sz="1200">
              <a:solidFill>
                <a:srgbClr val="980000"/>
              </a:solidFill>
              <a:latin typeface="Inter"/>
              <a:ea typeface="Inter"/>
              <a:cs typeface="Inter"/>
              <a:sym typeface="Inter"/>
            </a:endParaRPr>
          </a:p>
        </p:txBody>
      </p:sp>
      <p:sp>
        <p:nvSpPr>
          <p:cNvPr id="646" name="Google Shape;646;p35"/>
          <p:cNvSpPr/>
          <p:nvPr/>
        </p:nvSpPr>
        <p:spPr>
          <a:xfrm>
            <a:off x="6727125" y="3878726"/>
            <a:ext cx="1113900" cy="237600"/>
          </a:xfrm>
          <a:prstGeom prst="chevron">
            <a:avLst>
              <a:gd fmla="val 50000" name="adj"/>
            </a:avLst>
          </a:prstGeom>
          <a:solidFill>
            <a:srgbClr val="FFE599"/>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9900"/>
                </a:solidFill>
                <a:latin typeface="Inter"/>
                <a:ea typeface="Inter"/>
                <a:cs typeface="Inter"/>
                <a:sym typeface="Inter"/>
              </a:rPr>
              <a:t>             DA</a:t>
            </a:r>
            <a:endParaRPr b="1" sz="1200">
              <a:solidFill>
                <a:srgbClr val="FF9900"/>
              </a:solidFill>
              <a:latin typeface="Inter"/>
              <a:ea typeface="Inter"/>
              <a:cs typeface="Inter"/>
              <a:sym typeface="Inter"/>
            </a:endParaRPr>
          </a:p>
        </p:txBody>
      </p:sp>
      <p:pic>
        <p:nvPicPr>
          <p:cNvPr id="647" name="Google Shape;647;p35"/>
          <p:cNvPicPr preferRelativeResize="0"/>
          <p:nvPr/>
        </p:nvPicPr>
        <p:blipFill>
          <a:blip r:embed="rId22">
            <a:alphaModFix/>
          </a:blip>
          <a:stretch>
            <a:fillRect/>
          </a:stretch>
        </p:blipFill>
        <p:spPr>
          <a:xfrm>
            <a:off x="4736551" y="3903172"/>
            <a:ext cx="124065" cy="192712"/>
          </a:xfrm>
          <a:prstGeom prst="rect">
            <a:avLst/>
          </a:prstGeom>
          <a:noFill/>
          <a:ln>
            <a:noFill/>
          </a:ln>
        </p:spPr>
      </p:pic>
      <p:pic>
        <p:nvPicPr>
          <p:cNvPr id="648" name="Google Shape;648;p35"/>
          <p:cNvPicPr preferRelativeResize="0"/>
          <p:nvPr/>
        </p:nvPicPr>
        <p:blipFill>
          <a:blip r:embed="rId23">
            <a:alphaModFix/>
          </a:blip>
          <a:stretch>
            <a:fillRect/>
          </a:stretch>
        </p:blipFill>
        <p:spPr>
          <a:xfrm>
            <a:off x="6946266" y="3907997"/>
            <a:ext cx="144000" cy="189949"/>
          </a:xfrm>
          <a:prstGeom prst="rect">
            <a:avLst/>
          </a:prstGeom>
          <a:noFill/>
          <a:ln>
            <a:noFill/>
          </a:ln>
        </p:spPr>
      </p:pic>
      <p:cxnSp>
        <p:nvCxnSpPr>
          <p:cNvPr id="649" name="Google Shape;649;p35"/>
          <p:cNvCxnSpPr>
            <a:endCxn id="644" idx="3"/>
          </p:cNvCxnSpPr>
          <p:nvPr/>
        </p:nvCxnSpPr>
        <p:spPr>
          <a:xfrm flipH="1">
            <a:off x="7956350" y="3992249"/>
            <a:ext cx="242400" cy="2400"/>
          </a:xfrm>
          <a:prstGeom prst="straightConnector1">
            <a:avLst/>
          </a:prstGeom>
          <a:noFill/>
          <a:ln cap="flat" cmpd="sng" w="9525">
            <a:solidFill>
              <a:srgbClr val="595959"/>
            </a:solidFill>
            <a:prstDash val="solid"/>
            <a:round/>
            <a:headEnd len="med" w="med" type="none"/>
            <a:tailEnd len="med" w="med" type="triangle"/>
          </a:ln>
        </p:spPr>
      </p:cxnSp>
      <p:sp>
        <p:nvSpPr>
          <p:cNvPr id="650" name="Google Shape;650;p35"/>
          <p:cNvSpPr/>
          <p:nvPr/>
        </p:nvSpPr>
        <p:spPr>
          <a:xfrm>
            <a:off x="5612543" y="3880743"/>
            <a:ext cx="1078500" cy="237600"/>
          </a:xfrm>
          <a:prstGeom prst="chevron">
            <a:avLst>
              <a:gd fmla="val 50000" name="adj"/>
            </a:avLst>
          </a:prstGeom>
          <a:solidFill>
            <a:srgbClr val="D9D2E9"/>
          </a:solidFill>
          <a:ln cap="flat" cmpd="sng" w="28575">
            <a:solidFill>
              <a:srgbClr val="4D04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4D04C4"/>
                </a:solidFill>
                <a:latin typeface="Inter"/>
                <a:ea typeface="Inter"/>
                <a:cs typeface="Inter"/>
                <a:sym typeface="Inter"/>
              </a:rPr>
              <a:t>         </a:t>
            </a:r>
            <a:r>
              <a:rPr b="1" lang="en-GB" sz="1200">
                <a:solidFill>
                  <a:srgbClr val="4D04C4"/>
                </a:solidFill>
                <a:latin typeface="Inter"/>
                <a:ea typeface="Inter"/>
                <a:cs typeface="Inter"/>
                <a:sym typeface="Inter"/>
              </a:rPr>
              <a:t>DS</a:t>
            </a:r>
            <a:endParaRPr b="1" sz="1200">
              <a:solidFill>
                <a:srgbClr val="4D04C4"/>
              </a:solidFill>
              <a:latin typeface="Inter"/>
              <a:ea typeface="Inter"/>
              <a:cs typeface="Inter"/>
              <a:sym typeface="Inter"/>
            </a:endParaRPr>
          </a:p>
        </p:txBody>
      </p:sp>
      <p:sp>
        <p:nvSpPr>
          <p:cNvPr id="651" name="Google Shape;651;p35"/>
          <p:cNvSpPr/>
          <p:nvPr/>
        </p:nvSpPr>
        <p:spPr>
          <a:xfrm>
            <a:off x="3297656" y="3880738"/>
            <a:ext cx="1151100" cy="237600"/>
          </a:xfrm>
          <a:prstGeom prst="chevron">
            <a:avLst>
              <a:gd fmla="val 50000" name="adj"/>
            </a:avLst>
          </a:prstGeom>
          <a:solidFill>
            <a:srgbClr val="EAD1DC"/>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GB" sz="1200">
                <a:solidFill>
                  <a:srgbClr val="FF00FF"/>
                </a:solidFill>
                <a:latin typeface="Inter"/>
                <a:ea typeface="Inter"/>
                <a:cs typeface="Inter"/>
                <a:sym typeface="Inter"/>
              </a:rPr>
              <a:t>      D.Ops</a:t>
            </a:r>
            <a:endParaRPr b="1" sz="1200">
              <a:solidFill>
                <a:srgbClr val="FF00FF"/>
              </a:solidFill>
              <a:latin typeface="Inter"/>
              <a:ea typeface="Inter"/>
              <a:cs typeface="Inter"/>
              <a:sym typeface="Inter"/>
            </a:endParaRPr>
          </a:p>
        </p:txBody>
      </p:sp>
      <p:pic>
        <p:nvPicPr>
          <p:cNvPr id="652" name="Google Shape;652;p35"/>
          <p:cNvPicPr preferRelativeResize="0"/>
          <p:nvPr/>
        </p:nvPicPr>
        <p:blipFill>
          <a:blip r:embed="rId24">
            <a:alphaModFix/>
          </a:blip>
          <a:stretch>
            <a:fillRect/>
          </a:stretch>
        </p:blipFill>
        <p:spPr>
          <a:xfrm>
            <a:off x="3420980" y="3897128"/>
            <a:ext cx="144000" cy="189916"/>
          </a:xfrm>
          <a:prstGeom prst="rect">
            <a:avLst/>
          </a:prstGeom>
          <a:noFill/>
          <a:ln>
            <a:noFill/>
          </a:ln>
        </p:spPr>
      </p:pic>
      <p:pic>
        <p:nvPicPr>
          <p:cNvPr id="653" name="Google Shape;653;p35"/>
          <p:cNvPicPr preferRelativeResize="0"/>
          <p:nvPr/>
        </p:nvPicPr>
        <p:blipFill>
          <a:blip r:embed="rId25">
            <a:alphaModFix/>
          </a:blip>
          <a:stretch>
            <a:fillRect/>
          </a:stretch>
        </p:blipFill>
        <p:spPr>
          <a:xfrm>
            <a:off x="5758188" y="3902470"/>
            <a:ext cx="144000" cy="189951"/>
          </a:xfrm>
          <a:prstGeom prst="rect">
            <a:avLst/>
          </a:prstGeom>
          <a:noFill/>
          <a:ln>
            <a:noFill/>
          </a:ln>
        </p:spPr>
      </p:pic>
      <p:sp>
        <p:nvSpPr>
          <p:cNvPr id="654" name="Google Shape;654;p35"/>
          <p:cNvSpPr/>
          <p:nvPr/>
        </p:nvSpPr>
        <p:spPr>
          <a:xfrm>
            <a:off x="264229" y="422919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22</a:t>
            </a:r>
            <a:endParaRPr sz="1100">
              <a:latin typeface="Inter"/>
              <a:ea typeface="Inter"/>
              <a:cs typeface="Inter"/>
              <a:sym typeface="Inter"/>
            </a:endParaRPr>
          </a:p>
        </p:txBody>
      </p:sp>
      <p:sp>
        <p:nvSpPr>
          <p:cNvPr id="655" name="Google Shape;655;p35"/>
          <p:cNvSpPr/>
          <p:nvPr/>
        </p:nvSpPr>
        <p:spPr>
          <a:xfrm>
            <a:off x="3564979" y="392608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656" name="Google Shape;656;p35"/>
          <p:cNvSpPr/>
          <p:nvPr/>
        </p:nvSpPr>
        <p:spPr>
          <a:xfrm>
            <a:off x="3554304" y="433715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657" name="Google Shape;657;p35"/>
          <p:cNvSpPr/>
          <p:nvPr/>
        </p:nvSpPr>
        <p:spPr>
          <a:xfrm>
            <a:off x="3564979" y="474805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658" name="Google Shape;658;p35"/>
          <p:cNvSpPr/>
          <p:nvPr/>
        </p:nvSpPr>
        <p:spPr>
          <a:xfrm>
            <a:off x="4900104" y="389310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659" name="Google Shape;659;p35"/>
          <p:cNvSpPr/>
          <p:nvPr/>
        </p:nvSpPr>
        <p:spPr>
          <a:xfrm>
            <a:off x="4880161" y="433715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660" name="Google Shape;660;p35"/>
          <p:cNvSpPr/>
          <p:nvPr/>
        </p:nvSpPr>
        <p:spPr>
          <a:xfrm>
            <a:off x="4871341" y="474833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1</a:t>
            </a:r>
            <a:endParaRPr sz="1100">
              <a:latin typeface="Inter"/>
              <a:ea typeface="Inter"/>
              <a:cs typeface="Inter"/>
              <a:sym typeface="Inter"/>
            </a:endParaRPr>
          </a:p>
        </p:txBody>
      </p:sp>
      <p:sp>
        <p:nvSpPr>
          <p:cNvPr id="661" name="Google Shape;661;p35"/>
          <p:cNvSpPr/>
          <p:nvPr/>
        </p:nvSpPr>
        <p:spPr>
          <a:xfrm>
            <a:off x="5923191" y="3926082"/>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662" name="Google Shape;662;p35"/>
          <p:cNvSpPr/>
          <p:nvPr/>
        </p:nvSpPr>
        <p:spPr>
          <a:xfrm>
            <a:off x="5904466" y="433715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663" name="Google Shape;663;p35"/>
          <p:cNvSpPr/>
          <p:nvPr/>
        </p:nvSpPr>
        <p:spPr>
          <a:xfrm>
            <a:off x="5910991" y="475785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664" name="Google Shape;664;p35"/>
          <p:cNvSpPr/>
          <p:nvPr/>
        </p:nvSpPr>
        <p:spPr>
          <a:xfrm>
            <a:off x="7170829" y="3925070"/>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665" name="Google Shape;665;p35"/>
          <p:cNvSpPr/>
          <p:nvPr/>
        </p:nvSpPr>
        <p:spPr>
          <a:xfrm>
            <a:off x="7166129" y="433715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666" name="Google Shape;666;p35"/>
          <p:cNvSpPr/>
          <p:nvPr/>
        </p:nvSpPr>
        <p:spPr>
          <a:xfrm>
            <a:off x="7157279" y="475480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2</a:t>
            </a:r>
            <a:endParaRPr sz="1100">
              <a:latin typeface="Inter"/>
              <a:ea typeface="Inter"/>
              <a:cs typeface="Inter"/>
              <a:sym typeface="Inter"/>
            </a:endParaRPr>
          </a:p>
        </p:txBody>
      </p:sp>
      <p:sp>
        <p:nvSpPr>
          <p:cNvPr id="667" name="Google Shape;667;p35"/>
          <p:cNvSpPr/>
          <p:nvPr/>
        </p:nvSpPr>
        <p:spPr>
          <a:xfrm>
            <a:off x="8229329" y="3919445"/>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6</a:t>
            </a:r>
            <a:endParaRPr sz="1100">
              <a:latin typeface="Inter"/>
              <a:ea typeface="Inter"/>
              <a:cs typeface="Inter"/>
              <a:sym typeface="Inter"/>
            </a:endParaRPr>
          </a:p>
        </p:txBody>
      </p:sp>
      <p:sp>
        <p:nvSpPr>
          <p:cNvPr id="668" name="Google Shape;668;p35"/>
          <p:cNvSpPr/>
          <p:nvPr/>
        </p:nvSpPr>
        <p:spPr>
          <a:xfrm>
            <a:off x="8229329" y="4328307"/>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6</a:t>
            </a:r>
            <a:endParaRPr sz="1100">
              <a:latin typeface="Inter"/>
              <a:ea typeface="Inter"/>
              <a:cs typeface="Inter"/>
              <a:sym typeface="Inter"/>
            </a:endParaRPr>
          </a:p>
        </p:txBody>
      </p:sp>
      <p:sp>
        <p:nvSpPr>
          <p:cNvPr id="669" name="Google Shape;669;p35"/>
          <p:cNvSpPr/>
          <p:nvPr/>
        </p:nvSpPr>
        <p:spPr>
          <a:xfrm>
            <a:off x="8229354" y="4773020"/>
            <a:ext cx="209100" cy="170075"/>
          </a:xfrm>
          <a:prstGeom prst="flowChartProcess">
            <a:avLst/>
          </a:prstGeom>
          <a:noFill/>
          <a:ln cap="flat" cmpd="sng" w="9525">
            <a:solidFill>
              <a:srgbClr val="000000"/>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latin typeface="Inter"/>
                <a:ea typeface="Inter"/>
                <a:cs typeface="Inter"/>
                <a:sym typeface="Inter"/>
              </a:rPr>
              <a:t>6</a:t>
            </a:r>
            <a:endParaRPr sz="1100">
              <a:latin typeface="Inter"/>
              <a:ea typeface="Inter"/>
              <a:cs typeface="Inter"/>
              <a:sym typeface="Inter"/>
            </a:endParaRPr>
          </a:p>
        </p:txBody>
      </p:sp>
      <p:pic>
        <p:nvPicPr>
          <p:cNvPr id="670" name="Google Shape;670;p35"/>
          <p:cNvPicPr preferRelativeResize="0"/>
          <p:nvPr/>
        </p:nvPicPr>
        <p:blipFill>
          <a:blip r:embed="rId16">
            <a:alphaModFix/>
          </a:blip>
          <a:stretch>
            <a:fillRect/>
          </a:stretch>
        </p:blipFill>
        <p:spPr>
          <a:xfrm>
            <a:off x="473329" y="1710733"/>
            <a:ext cx="342001" cy="342001"/>
          </a:xfrm>
          <a:prstGeom prst="rect">
            <a:avLst/>
          </a:prstGeom>
          <a:noFill/>
          <a:ln>
            <a:noFill/>
          </a:ln>
        </p:spPr>
      </p:pic>
      <p:pic>
        <p:nvPicPr>
          <p:cNvPr id="671" name="Google Shape;671;p35"/>
          <p:cNvPicPr preferRelativeResize="0"/>
          <p:nvPr/>
        </p:nvPicPr>
        <p:blipFill>
          <a:blip r:embed="rId15">
            <a:alphaModFix/>
          </a:blip>
          <a:stretch>
            <a:fillRect/>
          </a:stretch>
        </p:blipFill>
        <p:spPr>
          <a:xfrm>
            <a:off x="1072159" y="1660759"/>
            <a:ext cx="366924" cy="299099"/>
          </a:xfrm>
          <a:prstGeom prst="rect">
            <a:avLst/>
          </a:prstGeom>
          <a:noFill/>
          <a:ln>
            <a:noFill/>
          </a:ln>
        </p:spPr>
      </p:pic>
      <p:pic>
        <p:nvPicPr>
          <p:cNvPr id="672" name="Google Shape;672;p35"/>
          <p:cNvPicPr preferRelativeResize="0"/>
          <p:nvPr/>
        </p:nvPicPr>
        <p:blipFill>
          <a:blip r:embed="rId20">
            <a:alphaModFix/>
          </a:blip>
          <a:stretch>
            <a:fillRect/>
          </a:stretch>
        </p:blipFill>
        <p:spPr>
          <a:xfrm>
            <a:off x="594017" y="2060738"/>
            <a:ext cx="232525" cy="290378"/>
          </a:xfrm>
          <a:prstGeom prst="rect">
            <a:avLst/>
          </a:prstGeom>
          <a:noFill/>
          <a:ln>
            <a:noFill/>
          </a:ln>
        </p:spPr>
      </p:pic>
      <p:pic>
        <p:nvPicPr>
          <p:cNvPr id="673" name="Google Shape;673;p35"/>
          <p:cNvPicPr preferRelativeResize="0"/>
          <p:nvPr/>
        </p:nvPicPr>
        <p:blipFill>
          <a:blip r:embed="rId21">
            <a:alphaModFix/>
          </a:blip>
          <a:stretch>
            <a:fillRect/>
          </a:stretch>
        </p:blipFill>
        <p:spPr>
          <a:xfrm>
            <a:off x="1147650" y="2056388"/>
            <a:ext cx="299100" cy="299100"/>
          </a:xfrm>
          <a:prstGeom prst="rect">
            <a:avLst/>
          </a:prstGeom>
          <a:noFill/>
          <a:ln>
            <a:noFill/>
          </a:ln>
        </p:spPr>
      </p:pic>
      <p:pic>
        <p:nvPicPr>
          <p:cNvPr id="674" name="Google Shape;674;p35"/>
          <p:cNvPicPr preferRelativeResize="0"/>
          <p:nvPr/>
        </p:nvPicPr>
        <p:blipFill>
          <a:blip r:embed="rId13">
            <a:alphaModFix/>
          </a:blip>
          <a:stretch>
            <a:fillRect/>
          </a:stretch>
        </p:blipFill>
        <p:spPr>
          <a:xfrm>
            <a:off x="3444012" y="1622279"/>
            <a:ext cx="704350" cy="241845"/>
          </a:xfrm>
          <a:prstGeom prst="rect">
            <a:avLst/>
          </a:prstGeom>
          <a:noFill/>
          <a:ln>
            <a:noFill/>
          </a:ln>
        </p:spPr>
      </p:pic>
      <p:pic>
        <p:nvPicPr>
          <p:cNvPr id="675" name="Google Shape;675;p35"/>
          <p:cNvPicPr preferRelativeResize="0"/>
          <p:nvPr/>
        </p:nvPicPr>
        <p:blipFill>
          <a:blip r:embed="rId17">
            <a:alphaModFix/>
          </a:blip>
          <a:stretch>
            <a:fillRect/>
          </a:stretch>
        </p:blipFill>
        <p:spPr>
          <a:xfrm>
            <a:off x="2110588" y="2628765"/>
            <a:ext cx="556725" cy="278362"/>
          </a:xfrm>
          <a:prstGeom prst="rect">
            <a:avLst/>
          </a:prstGeom>
          <a:noFill/>
          <a:ln>
            <a:noFill/>
          </a:ln>
        </p:spPr>
      </p:pic>
      <p:pic>
        <p:nvPicPr>
          <p:cNvPr id="676" name="Google Shape;676;p35"/>
          <p:cNvPicPr preferRelativeResize="0"/>
          <p:nvPr/>
        </p:nvPicPr>
        <p:blipFill rotWithShape="1">
          <a:blip r:embed="rId14">
            <a:alphaModFix/>
          </a:blip>
          <a:srcRect b="16863" l="0" r="0" t="15579"/>
          <a:stretch/>
        </p:blipFill>
        <p:spPr>
          <a:xfrm>
            <a:off x="4066087" y="2605890"/>
            <a:ext cx="441000" cy="297944"/>
          </a:xfrm>
          <a:prstGeom prst="rect">
            <a:avLst/>
          </a:prstGeom>
          <a:noFill/>
          <a:ln>
            <a:noFill/>
          </a:ln>
        </p:spPr>
      </p:pic>
      <p:pic>
        <p:nvPicPr>
          <p:cNvPr id="677" name="Google Shape;677;p35"/>
          <p:cNvPicPr preferRelativeResize="0"/>
          <p:nvPr/>
        </p:nvPicPr>
        <p:blipFill rotWithShape="1">
          <a:blip r:embed="rId14">
            <a:alphaModFix/>
          </a:blip>
          <a:srcRect b="16863" l="0" r="0" t="15579"/>
          <a:stretch/>
        </p:blipFill>
        <p:spPr>
          <a:xfrm>
            <a:off x="7799937" y="1732103"/>
            <a:ext cx="441000" cy="297944"/>
          </a:xfrm>
          <a:prstGeom prst="rect">
            <a:avLst/>
          </a:prstGeom>
          <a:noFill/>
          <a:ln>
            <a:noFill/>
          </a:ln>
        </p:spPr>
      </p:pic>
      <p:pic>
        <p:nvPicPr>
          <p:cNvPr id="678" name="Google Shape;678;p35"/>
          <p:cNvPicPr preferRelativeResize="0"/>
          <p:nvPr/>
        </p:nvPicPr>
        <p:blipFill rotWithShape="1">
          <a:blip r:embed="rId12">
            <a:alphaModFix/>
          </a:blip>
          <a:srcRect b="29430" l="0" r="0" t="27150"/>
          <a:stretch/>
        </p:blipFill>
        <p:spPr>
          <a:xfrm>
            <a:off x="7429597" y="2408957"/>
            <a:ext cx="1181701" cy="288599"/>
          </a:xfrm>
          <a:prstGeom prst="rect">
            <a:avLst/>
          </a:prstGeom>
          <a:noFill/>
          <a:ln>
            <a:noFill/>
          </a:ln>
        </p:spPr>
      </p:pic>
      <p:pic>
        <p:nvPicPr>
          <p:cNvPr id="679" name="Google Shape;679;p35"/>
          <p:cNvPicPr preferRelativeResize="0"/>
          <p:nvPr/>
        </p:nvPicPr>
        <p:blipFill rotWithShape="1">
          <a:blip r:embed="rId11">
            <a:alphaModFix/>
          </a:blip>
          <a:srcRect b="14713" l="12845" r="12689" t="13339"/>
          <a:stretch/>
        </p:blipFill>
        <p:spPr>
          <a:xfrm>
            <a:off x="4304716" y="1635629"/>
            <a:ext cx="556735" cy="215150"/>
          </a:xfrm>
          <a:prstGeom prst="rect">
            <a:avLst/>
          </a:prstGeom>
          <a:noFill/>
          <a:ln>
            <a:noFill/>
          </a:ln>
        </p:spPr>
      </p:pic>
      <p:pic>
        <p:nvPicPr>
          <p:cNvPr id="680" name="Google Shape;680;p35"/>
          <p:cNvPicPr preferRelativeResize="0"/>
          <p:nvPr/>
        </p:nvPicPr>
        <p:blipFill>
          <a:blip r:embed="rId19">
            <a:alphaModFix/>
          </a:blip>
          <a:stretch>
            <a:fillRect/>
          </a:stretch>
        </p:blipFill>
        <p:spPr>
          <a:xfrm>
            <a:off x="4969417" y="1676747"/>
            <a:ext cx="864215" cy="132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A06969"/>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